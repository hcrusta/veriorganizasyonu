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barra Real Nova" charset="1" panose="00000500000000000000"/>
      <p:regular r:id="rId16"/>
    </p:embeddedFont>
    <p:embeddedFont>
      <p:font typeface="Cormorant Garamond Bold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4091110" y="860033"/>
            <a:ext cx="1244707" cy="1582040"/>
            <a:chOff x="0" y="0"/>
            <a:chExt cx="6609883" cy="84012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0160" y="16510"/>
              <a:ext cx="6587023" cy="8373317"/>
            </a:xfrm>
            <a:custGeom>
              <a:avLst/>
              <a:gdLst/>
              <a:ahLst/>
              <a:cxnLst/>
              <a:rect r="r" b="b" t="t" l="l"/>
              <a:pathLst>
                <a:path h="8373317" w="6587023">
                  <a:moveTo>
                    <a:pt x="6587023" y="8373317"/>
                  </a:moveTo>
                  <a:lnTo>
                    <a:pt x="0" y="8365697"/>
                  </a:lnTo>
                  <a:lnTo>
                    <a:pt x="0" y="2917312"/>
                  </a:lnTo>
                  <a:lnTo>
                    <a:pt x="17780" y="19050"/>
                  </a:lnTo>
                  <a:lnTo>
                    <a:pt x="3282765" y="0"/>
                  </a:lnTo>
                  <a:lnTo>
                    <a:pt x="6567973" y="5080"/>
                  </a:lnTo>
                  <a:close/>
                </a:path>
              </a:pathLst>
            </a:custGeom>
            <a:solidFill>
              <a:srgbClr val="3D6E7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-215" y="0"/>
              <a:ext cx="6611368" cy="8399281"/>
            </a:xfrm>
            <a:custGeom>
              <a:avLst/>
              <a:gdLst/>
              <a:ahLst/>
              <a:cxnLst/>
              <a:rect r="r" b="b" t="t" l="l"/>
              <a:pathLst>
                <a:path h="8399281" w="6611368">
                  <a:moveTo>
                    <a:pt x="6578348" y="21590"/>
                  </a:moveTo>
                  <a:cubicBezTo>
                    <a:pt x="6579618" y="34290"/>
                    <a:pt x="6579618" y="44450"/>
                    <a:pt x="6580888" y="54610"/>
                  </a:cubicBezTo>
                  <a:cubicBezTo>
                    <a:pt x="6583428" y="192364"/>
                    <a:pt x="6584698" y="377776"/>
                    <a:pt x="6587238" y="556567"/>
                  </a:cubicBezTo>
                  <a:cubicBezTo>
                    <a:pt x="6587238" y="814820"/>
                    <a:pt x="6599938" y="5907046"/>
                    <a:pt x="6606288" y="6165299"/>
                  </a:cubicBezTo>
                  <a:cubicBezTo>
                    <a:pt x="6612638" y="6555990"/>
                    <a:pt x="6608828" y="6953303"/>
                    <a:pt x="6608828" y="7343994"/>
                  </a:cubicBezTo>
                  <a:cubicBezTo>
                    <a:pt x="6608828" y="7688331"/>
                    <a:pt x="6610098" y="8006181"/>
                    <a:pt x="6611368" y="8339027"/>
                  </a:cubicBezTo>
                  <a:cubicBezTo>
                    <a:pt x="6611368" y="8360617"/>
                    <a:pt x="6611368" y="8374586"/>
                    <a:pt x="6611368" y="8398717"/>
                  </a:cubicBezTo>
                  <a:cubicBezTo>
                    <a:pt x="6588508" y="8398717"/>
                    <a:pt x="6568188" y="8399986"/>
                    <a:pt x="6531969" y="8398717"/>
                  </a:cubicBezTo>
                  <a:cubicBezTo>
                    <a:pt x="6196739" y="8393636"/>
                    <a:pt x="5856353" y="8399986"/>
                    <a:pt x="5521124" y="8394907"/>
                  </a:cubicBezTo>
                  <a:cubicBezTo>
                    <a:pt x="5319986" y="8391097"/>
                    <a:pt x="5124007" y="8393636"/>
                    <a:pt x="4922869" y="8391097"/>
                  </a:cubicBezTo>
                  <a:cubicBezTo>
                    <a:pt x="4830036" y="8389827"/>
                    <a:pt x="4737204" y="8388557"/>
                    <a:pt x="4644371" y="8387286"/>
                  </a:cubicBezTo>
                  <a:cubicBezTo>
                    <a:pt x="4587640" y="8387286"/>
                    <a:pt x="4536066" y="8388557"/>
                    <a:pt x="4479335" y="8388557"/>
                  </a:cubicBezTo>
                  <a:cubicBezTo>
                    <a:pt x="4334929" y="8387286"/>
                    <a:pt x="3937811" y="8388557"/>
                    <a:pt x="3793404" y="8387286"/>
                  </a:cubicBezTo>
                  <a:cubicBezTo>
                    <a:pt x="3690257" y="8386017"/>
                    <a:pt x="1627308" y="8394907"/>
                    <a:pt x="1524161" y="8393636"/>
                  </a:cubicBezTo>
                  <a:cubicBezTo>
                    <a:pt x="1498374" y="8393636"/>
                    <a:pt x="1467430" y="8394907"/>
                    <a:pt x="1441643" y="8394907"/>
                  </a:cubicBezTo>
                  <a:cubicBezTo>
                    <a:pt x="1379754" y="8394907"/>
                    <a:pt x="1323023" y="8396177"/>
                    <a:pt x="1261135" y="8396177"/>
                  </a:cubicBezTo>
                  <a:cubicBezTo>
                    <a:pt x="1106414" y="8396177"/>
                    <a:pt x="956850" y="8394907"/>
                    <a:pt x="802129" y="8393636"/>
                  </a:cubicBezTo>
                  <a:cubicBezTo>
                    <a:pt x="709296" y="8392367"/>
                    <a:pt x="616463" y="8391097"/>
                    <a:pt x="528788" y="8389827"/>
                  </a:cubicBezTo>
                  <a:cubicBezTo>
                    <a:pt x="363752" y="8388557"/>
                    <a:pt x="198716" y="8387286"/>
                    <a:pt x="44665" y="8387286"/>
                  </a:cubicBezTo>
                  <a:cubicBezTo>
                    <a:pt x="34505" y="8387286"/>
                    <a:pt x="25615" y="8387286"/>
                    <a:pt x="15455" y="8386017"/>
                  </a:cubicBezTo>
                  <a:cubicBezTo>
                    <a:pt x="6565" y="8384747"/>
                    <a:pt x="1485" y="8378397"/>
                    <a:pt x="4025" y="8369507"/>
                  </a:cubicBezTo>
                  <a:cubicBezTo>
                    <a:pt x="12915" y="8337276"/>
                    <a:pt x="9105" y="8171729"/>
                    <a:pt x="7835" y="7999560"/>
                  </a:cubicBezTo>
                  <a:cubicBezTo>
                    <a:pt x="6565" y="7648601"/>
                    <a:pt x="2755" y="7304262"/>
                    <a:pt x="4025" y="6953303"/>
                  </a:cubicBezTo>
                  <a:cubicBezTo>
                    <a:pt x="1485" y="6516259"/>
                    <a:pt x="-3595" y="1106183"/>
                    <a:pt x="4025" y="662517"/>
                  </a:cubicBezTo>
                  <a:cubicBezTo>
                    <a:pt x="5295" y="576432"/>
                    <a:pt x="4025" y="483726"/>
                    <a:pt x="5295" y="397642"/>
                  </a:cubicBezTo>
                  <a:cubicBezTo>
                    <a:pt x="6565" y="258582"/>
                    <a:pt x="9105" y="106279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9782" y="30480"/>
                    <a:pt x="152300" y="29210"/>
                  </a:cubicBezTo>
                  <a:cubicBezTo>
                    <a:pt x="291549" y="25400"/>
                    <a:pt x="430798" y="22860"/>
                    <a:pt x="575205" y="20320"/>
                  </a:cubicBezTo>
                  <a:cubicBezTo>
                    <a:pt x="673195" y="17780"/>
                    <a:pt x="771185" y="16510"/>
                    <a:pt x="864017" y="13970"/>
                  </a:cubicBezTo>
                  <a:cubicBezTo>
                    <a:pt x="956850" y="11430"/>
                    <a:pt x="1054840" y="8890"/>
                    <a:pt x="1147673" y="8890"/>
                  </a:cubicBezTo>
                  <a:cubicBezTo>
                    <a:pt x="1250820" y="7620"/>
                    <a:pt x="1353968" y="10160"/>
                    <a:pt x="1457115" y="8890"/>
                  </a:cubicBezTo>
                  <a:cubicBezTo>
                    <a:pt x="1586049" y="8890"/>
                    <a:pt x="3922339" y="6350"/>
                    <a:pt x="4051273" y="5080"/>
                  </a:cubicBezTo>
                  <a:cubicBezTo>
                    <a:pt x="4175050" y="3810"/>
                    <a:pt x="4298827" y="2540"/>
                    <a:pt x="4427761" y="2540"/>
                  </a:cubicBezTo>
                  <a:cubicBezTo>
                    <a:pt x="4639214" y="1270"/>
                    <a:pt x="4845508" y="0"/>
                    <a:pt x="5056961" y="0"/>
                  </a:cubicBezTo>
                  <a:cubicBezTo>
                    <a:pt x="5144636" y="0"/>
                    <a:pt x="5237469" y="2540"/>
                    <a:pt x="5325144" y="2540"/>
                  </a:cubicBezTo>
                  <a:cubicBezTo>
                    <a:pt x="5567540" y="3810"/>
                    <a:pt x="5815094" y="5080"/>
                    <a:pt x="6057491" y="7620"/>
                  </a:cubicBezTo>
                  <a:cubicBezTo>
                    <a:pt x="6186425" y="8890"/>
                    <a:pt x="6315359" y="12700"/>
                    <a:pt x="6444294" y="16510"/>
                  </a:cubicBezTo>
                  <a:cubicBezTo>
                    <a:pt x="6475238" y="16510"/>
                    <a:pt x="6506182" y="16510"/>
                    <a:pt x="6531969" y="16510"/>
                  </a:cubicBezTo>
                  <a:cubicBezTo>
                    <a:pt x="6559298" y="17780"/>
                    <a:pt x="6568188" y="20320"/>
                    <a:pt x="6578348" y="21590"/>
                  </a:cubicBezTo>
                  <a:close/>
                  <a:moveTo>
                    <a:pt x="6588508" y="8382207"/>
                  </a:moveTo>
                  <a:cubicBezTo>
                    <a:pt x="6589778" y="8365697"/>
                    <a:pt x="6591048" y="8352997"/>
                    <a:pt x="6591048" y="8340297"/>
                  </a:cubicBezTo>
                  <a:cubicBezTo>
                    <a:pt x="6589778" y="7973072"/>
                    <a:pt x="6588508" y="7622113"/>
                    <a:pt x="6588508" y="7244666"/>
                  </a:cubicBezTo>
                  <a:cubicBezTo>
                    <a:pt x="6588508" y="7072497"/>
                    <a:pt x="6591048" y="6900328"/>
                    <a:pt x="6589778" y="6728159"/>
                  </a:cubicBezTo>
                  <a:cubicBezTo>
                    <a:pt x="6589778" y="6569234"/>
                    <a:pt x="6588508" y="6403687"/>
                    <a:pt x="6587238" y="6244762"/>
                  </a:cubicBezTo>
                  <a:cubicBezTo>
                    <a:pt x="6582158" y="5999752"/>
                    <a:pt x="6570728" y="927392"/>
                    <a:pt x="6570728" y="682383"/>
                  </a:cubicBezTo>
                  <a:cubicBezTo>
                    <a:pt x="6568188" y="477104"/>
                    <a:pt x="6565648" y="265204"/>
                    <a:pt x="6563108" y="63500"/>
                  </a:cubicBezTo>
                  <a:cubicBezTo>
                    <a:pt x="6561838" y="44450"/>
                    <a:pt x="6560568" y="43180"/>
                    <a:pt x="6516497" y="41910"/>
                  </a:cubicBezTo>
                  <a:cubicBezTo>
                    <a:pt x="6501025" y="41910"/>
                    <a:pt x="6490710" y="41910"/>
                    <a:pt x="6475238" y="40640"/>
                  </a:cubicBezTo>
                  <a:cubicBezTo>
                    <a:pt x="6346304" y="36830"/>
                    <a:pt x="6212212" y="31750"/>
                    <a:pt x="6083278" y="30480"/>
                  </a:cubicBezTo>
                  <a:cubicBezTo>
                    <a:pt x="5768678" y="26670"/>
                    <a:pt x="5448921" y="25400"/>
                    <a:pt x="5134321" y="22860"/>
                  </a:cubicBezTo>
                  <a:cubicBezTo>
                    <a:pt x="5087905" y="22860"/>
                    <a:pt x="5036331" y="22860"/>
                    <a:pt x="4989915" y="22860"/>
                  </a:cubicBezTo>
                  <a:cubicBezTo>
                    <a:pt x="4912554" y="22860"/>
                    <a:pt x="4835194" y="22860"/>
                    <a:pt x="4762991" y="22860"/>
                  </a:cubicBezTo>
                  <a:cubicBezTo>
                    <a:pt x="4597955" y="22860"/>
                    <a:pt x="4432918" y="22860"/>
                    <a:pt x="4273040" y="24130"/>
                  </a:cubicBezTo>
                  <a:cubicBezTo>
                    <a:pt x="4133791" y="25400"/>
                    <a:pt x="1787187" y="29210"/>
                    <a:pt x="1647938" y="29210"/>
                  </a:cubicBezTo>
                  <a:cubicBezTo>
                    <a:pt x="1421014" y="29210"/>
                    <a:pt x="1194089" y="26670"/>
                    <a:pt x="967165" y="33020"/>
                  </a:cubicBezTo>
                  <a:cubicBezTo>
                    <a:pt x="848545" y="36830"/>
                    <a:pt x="735083" y="36830"/>
                    <a:pt x="621621" y="38100"/>
                  </a:cubicBezTo>
                  <a:cubicBezTo>
                    <a:pt x="425641" y="41910"/>
                    <a:pt x="229661" y="45720"/>
                    <a:pt x="45935" y="50800"/>
                  </a:cubicBezTo>
                  <a:cubicBezTo>
                    <a:pt x="33235" y="50800"/>
                    <a:pt x="30695" y="53340"/>
                    <a:pt x="29425" y="86413"/>
                  </a:cubicBezTo>
                  <a:cubicBezTo>
                    <a:pt x="28155" y="205607"/>
                    <a:pt x="28155" y="324801"/>
                    <a:pt x="26885" y="443995"/>
                  </a:cubicBezTo>
                  <a:cubicBezTo>
                    <a:pt x="25615" y="642651"/>
                    <a:pt x="23075" y="834686"/>
                    <a:pt x="21805" y="1033342"/>
                  </a:cubicBezTo>
                  <a:cubicBezTo>
                    <a:pt x="16725" y="1245242"/>
                    <a:pt x="23075" y="6423552"/>
                    <a:pt x="25615" y="6635452"/>
                  </a:cubicBezTo>
                  <a:cubicBezTo>
                    <a:pt x="25615" y="6860597"/>
                    <a:pt x="25615" y="7092362"/>
                    <a:pt x="26885" y="7317506"/>
                  </a:cubicBezTo>
                  <a:cubicBezTo>
                    <a:pt x="26885" y="7483053"/>
                    <a:pt x="29425" y="7648601"/>
                    <a:pt x="29425" y="7814147"/>
                  </a:cubicBezTo>
                  <a:cubicBezTo>
                    <a:pt x="29425" y="7992938"/>
                    <a:pt x="29425" y="8171729"/>
                    <a:pt x="28155" y="8340297"/>
                  </a:cubicBezTo>
                  <a:cubicBezTo>
                    <a:pt x="28155" y="8344107"/>
                    <a:pt x="28155" y="8346647"/>
                    <a:pt x="28155" y="8350457"/>
                  </a:cubicBezTo>
                  <a:cubicBezTo>
                    <a:pt x="28155" y="8360617"/>
                    <a:pt x="31965" y="8364427"/>
                    <a:pt x="40855" y="8364427"/>
                  </a:cubicBezTo>
                  <a:cubicBezTo>
                    <a:pt x="80097" y="8364427"/>
                    <a:pt x="152300" y="8365697"/>
                    <a:pt x="219346" y="8365697"/>
                  </a:cubicBezTo>
                  <a:cubicBezTo>
                    <a:pt x="317336" y="8365697"/>
                    <a:pt x="420483" y="8363157"/>
                    <a:pt x="518473" y="8365697"/>
                  </a:cubicBezTo>
                  <a:cubicBezTo>
                    <a:pt x="678352" y="8369507"/>
                    <a:pt x="838231" y="8372047"/>
                    <a:pt x="998109" y="8370777"/>
                  </a:cubicBezTo>
                  <a:cubicBezTo>
                    <a:pt x="1101257" y="8369507"/>
                    <a:pt x="1199247" y="8372047"/>
                    <a:pt x="1302394" y="8372047"/>
                  </a:cubicBezTo>
                  <a:cubicBezTo>
                    <a:pt x="1451958" y="8372047"/>
                    <a:pt x="1601522" y="8370777"/>
                    <a:pt x="1751085" y="8372047"/>
                  </a:cubicBezTo>
                  <a:cubicBezTo>
                    <a:pt x="1972852" y="8373317"/>
                    <a:pt x="4407132" y="8363157"/>
                    <a:pt x="4634056" y="8365697"/>
                  </a:cubicBezTo>
                  <a:cubicBezTo>
                    <a:pt x="4732046" y="8366967"/>
                    <a:pt x="4830036" y="8368236"/>
                    <a:pt x="4922869" y="8368236"/>
                  </a:cubicBezTo>
                  <a:cubicBezTo>
                    <a:pt x="5093062" y="8370777"/>
                    <a:pt x="5258098" y="8366967"/>
                    <a:pt x="5428291" y="8370777"/>
                  </a:cubicBezTo>
                  <a:cubicBezTo>
                    <a:pt x="5567540" y="8373317"/>
                    <a:pt x="5706789" y="8373317"/>
                    <a:pt x="5846038" y="8375857"/>
                  </a:cubicBezTo>
                  <a:cubicBezTo>
                    <a:pt x="6052334" y="8379667"/>
                    <a:pt x="6258628" y="8382207"/>
                    <a:pt x="6464923" y="8383477"/>
                  </a:cubicBezTo>
                  <a:cubicBezTo>
                    <a:pt x="6542284" y="8383477"/>
                    <a:pt x="6568188" y="8382207"/>
                    <a:pt x="6588508" y="8382207"/>
                  </a:cubicBezTo>
                  <a:close/>
                </a:path>
              </a:pathLst>
            </a:custGeom>
            <a:solidFill>
              <a:srgbClr val="9D999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03606" y="7749436"/>
            <a:ext cx="16155694" cy="1565586"/>
            <a:chOff x="0" y="0"/>
            <a:chExt cx="35555373" cy="34455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555374" cy="3445534"/>
            </a:xfrm>
            <a:custGeom>
              <a:avLst/>
              <a:gdLst/>
              <a:ahLst/>
              <a:cxnLst/>
              <a:rect r="r" b="b" t="t" l="l"/>
              <a:pathLst>
                <a:path h="3445534" w="35555374">
                  <a:moveTo>
                    <a:pt x="0" y="0"/>
                  </a:moveTo>
                  <a:lnTo>
                    <a:pt x="35555374" y="0"/>
                  </a:lnTo>
                  <a:lnTo>
                    <a:pt x="35555374" y="3445534"/>
                  </a:lnTo>
                  <a:lnTo>
                    <a:pt x="0" y="3445534"/>
                  </a:lnTo>
                  <a:close/>
                </a:path>
              </a:pathLst>
            </a:custGeom>
            <a:solidFill>
              <a:srgbClr val="38B6FF"/>
            </a:solidFill>
          </p:spPr>
        </p:sp>
      </p:grpSp>
      <p:grpSp>
        <p:nvGrpSpPr>
          <p:cNvPr name="Group 7" id="7"/>
          <p:cNvGrpSpPr/>
          <p:nvPr/>
        </p:nvGrpSpPr>
        <p:grpSpPr>
          <a:xfrm rot="5400000">
            <a:off x="11098711" y="4154350"/>
            <a:ext cx="1244707" cy="1582040"/>
            <a:chOff x="0" y="0"/>
            <a:chExt cx="6609883" cy="840125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0160" y="16510"/>
              <a:ext cx="6587023" cy="8373317"/>
            </a:xfrm>
            <a:custGeom>
              <a:avLst/>
              <a:gdLst/>
              <a:ahLst/>
              <a:cxnLst/>
              <a:rect r="r" b="b" t="t" l="l"/>
              <a:pathLst>
                <a:path h="8373317" w="6587023">
                  <a:moveTo>
                    <a:pt x="6587023" y="8373317"/>
                  </a:moveTo>
                  <a:lnTo>
                    <a:pt x="0" y="8365697"/>
                  </a:lnTo>
                  <a:lnTo>
                    <a:pt x="0" y="2917312"/>
                  </a:lnTo>
                  <a:lnTo>
                    <a:pt x="17780" y="19050"/>
                  </a:lnTo>
                  <a:lnTo>
                    <a:pt x="3282765" y="0"/>
                  </a:lnTo>
                  <a:lnTo>
                    <a:pt x="6567973" y="508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-215" y="0"/>
              <a:ext cx="6611368" cy="8399281"/>
            </a:xfrm>
            <a:custGeom>
              <a:avLst/>
              <a:gdLst/>
              <a:ahLst/>
              <a:cxnLst/>
              <a:rect r="r" b="b" t="t" l="l"/>
              <a:pathLst>
                <a:path h="8399281" w="6611368">
                  <a:moveTo>
                    <a:pt x="6578348" y="21590"/>
                  </a:moveTo>
                  <a:cubicBezTo>
                    <a:pt x="6579618" y="34290"/>
                    <a:pt x="6579618" y="44450"/>
                    <a:pt x="6580888" y="54610"/>
                  </a:cubicBezTo>
                  <a:cubicBezTo>
                    <a:pt x="6583428" y="192364"/>
                    <a:pt x="6584698" y="377776"/>
                    <a:pt x="6587238" y="556567"/>
                  </a:cubicBezTo>
                  <a:cubicBezTo>
                    <a:pt x="6587238" y="814820"/>
                    <a:pt x="6599938" y="5907046"/>
                    <a:pt x="6606288" y="6165299"/>
                  </a:cubicBezTo>
                  <a:cubicBezTo>
                    <a:pt x="6612638" y="6555990"/>
                    <a:pt x="6608828" y="6953303"/>
                    <a:pt x="6608828" y="7343994"/>
                  </a:cubicBezTo>
                  <a:cubicBezTo>
                    <a:pt x="6608828" y="7688331"/>
                    <a:pt x="6610098" y="8006181"/>
                    <a:pt x="6611368" y="8339027"/>
                  </a:cubicBezTo>
                  <a:cubicBezTo>
                    <a:pt x="6611368" y="8360617"/>
                    <a:pt x="6611368" y="8374586"/>
                    <a:pt x="6611368" y="8398717"/>
                  </a:cubicBezTo>
                  <a:cubicBezTo>
                    <a:pt x="6588508" y="8398717"/>
                    <a:pt x="6568188" y="8399986"/>
                    <a:pt x="6531969" y="8398717"/>
                  </a:cubicBezTo>
                  <a:cubicBezTo>
                    <a:pt x="6196739" y="8393636"/>
                    <a:pt x="5856353" y="8399986"/>
                    <a:pt x="5521124" y="8394907"/>
                  </a:cubicBezTo>
                  <a:cubicBezTo>
                    <a:pt x="5319986" y="8391097"/>
                    <a:pt x="5124007" y="8393636"/>
                    <a:pt x="4922869" y="8391097"/>
                  </a:cubicBezTo>
                  <a:cubicBezTo>
                    <a:pt x="4830036" y="8389827"/>
                    <a:pt x="4737204" y="8388557"/>
                    <a:pt x="4644371" y="8387286"/>
                  </a:cubicBezTo>
                  <a:cubicBezTo>
                    <a:pt x="4587640" y="8387286"/>
                    <a:pt x="4536066" y="8388557"/>
                    <a:pt x="4479335" y="8388557"/>
                  </a:cubicBezTo>
                  <a:cubicBezTo>
                    <a:pt x="4334929" y="8387286"/>
                    <a:pt x="3937811" y="8388557"/>
                    <a:pt x="3793404" y="8387286"/>
                  </a:cubicBezTo>
                  <a:cubicBezTo>
                    <a:pt x="3690257" y="8386017"/>
                    <a:pt x="1627308" y="8394907"/>
                    <a:pt x="1524161" y="8393636"/>
                  </a:cubicBezTo>
                  <a:cubicBezTo>
                    <a:pt x="1498374" y="8393636"/>
                    <a:pt x="1467430" y="8394907"/>
                    <a:pt x="1441643" y="8394907"/>
                  </a:cubicBezTo>
                  <a:cubicBezTo>
                    <a:pt x="1379754" y="8394907"/>
                    <a:pt x="1323023" y="8396177"/>
                    <a:pt x="1261135" y="8396177"/>
                  </a:cubicBezTo>
                  <a:cubicBezTo>
                    <a:pt x="1106414" y="8396177"/>
                    <a:pt x="956850" y="8394907"/>
                    <a:pt x="802129" y="8393636"/>
                  </a:cubicBezTo>
                  <a:cubicBezTo>
                    <a:pt x="709296" y="8392367"/>
                    <a:pt x="616463" y="8391097"/>
                    <a:pt x="528788" y="8389827"/>
                  </a:cubicBezTo>
                  <a:cubicBezTo>
                    <a:pt x="363752" y="8388557"/>
                    <a:pt x="198716" y="8387286"/>
                    <a:pt x="44665" y="8387286"/>
                  </a:cubicBezTo>
                  <a:cubicBezTo>
                    <a:pt x="34505" y="8387286"/>
                    <a:pt x="25615" y="8387286"/>
                    <a:pt x="15455" y="8386017"/>
                  </a:cubicBezTo>
                  <a:cubicBezTo>
                    <a:pt x="6565" y="8384747"/>
                    <a:pt x="1485" y="8378397"/>
                    <a:pt x="4025" y="8369507"/>
                  </a:cubicBezTo>
                  <a:cubicBezTo>
                    <a:pt x="12915" y="8337276"/>
                    <a:pt x="9105" y="8171729"/>
                    <a:pt x="7835" y="7999560"/>
                  </a:cubicBezTo>
                  <a:cubicBezTo>
                    <a:pt x="6565" y="7648601"/>
                    <a:pt x="2755" y="7304262"/>
                    <a:pt x="4025" y="6953303"/>
                  </a:cubicBezTo>
                  <a:cubicBezTo>
                    <a:pt x="1485" y="6516259"/>
                    <a:pt x="-3595" y="1106183"/>
                    <a:pt x="4025" y="662517"/>
                  </a:cubicBezTo>
                  <a:cubicBezTo>
                    <a:pt x="5295" y="576432"/>
                    <a:pt x="4025" y="483726"/>
                    <a:pt x="5295" y="397642"/>
                  </a:cubicBezTo>
                  <a:cubicBezTo>
                    <a:pt x="6565" y="258582"/>
                    <a:pt x="9105" y="106279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9782" y="30480"/>
                    <a:pt x="152300" y="29210"/>
                  </a:cubicBezTo>
                  <a:cubicBezTo>
                    <a:pt x="291549" y="25400"/>
                    <a:pt x="430798" y="22860"/>
                    <a:pt x="575205" y="20320"/>
                  </a:cubicBezTo>
                  <a:cubicBezTo>
                    <a:pt x="673195" y="17780"/>
                    <a:pt x="771185" y="16510"/>
                    <a:pt x="864017" y="13970"/>
                  </a:cubicBezTo>
                  <a:cubicBezTo>
                    <a:pt x="956850" y="11430"/>
                    <a:pt x="1054840" y="8890"/>
                    <a:pt x="1147673" y="8890"/>
                  </a:cubicBezTo>
                  <a:cubicBezTo>
                    <a:pt x="1250820" y="7620"/>
                    <a:pt x="1353968" y="10160"/>
                    <a:pt x="1457115" y="8890"/>
                  </a:cubicBezTo>
                  <a:cubicBezTo>
                    <a:pt x="1586049" y="8890"/>
                    <a:pt x="3922339" y="6350"/>
                    <a:pt x="4051273" y="5080"/>
                  </a:cubicBezTo>
                  <a:cubicBezTo>
                    <a:pt x="4175050" y="3810"/>
                    <a:pt x="4298827" y="2540"/>
                    <a:pt x="4427761" y="2540"/>
                  </a:cubicBezTo>
                  <a:cubicBezTo>
                    <a:pt x="4639214" y="1270"/>
                    <a:pt x="4845508" y="0"/>
                    <a:pt x="5056961" y="0"/>
                  </a:cubicBezTo>
                  <a:cubicBezTo>
                    <a:pt x="5144636" y="0"/>
                    <a:pt x="5237469" y="2540"/>
                    <a:pt x="5325144" y="2540"/>
                  </a:cubicBezTo>
                  <a:cubicBezTo>
                    <a:pt x="5567540" y="3810"/>
                    <a:pt x="5815094" y="5080"/>
                    <a:pt x="6057491" y="7620"/>
                  </a:cubicBezTo>
                  <a:cubicBezTo>
                    <a:pt x="6186425" y="8890"/>
                    <a:pt x="6315359" y="12700"/>
                    <a:pt x="6444294" y="16510"/>
                  </a:cubicBezTo>
                  <a:cubicBezTo>
                    <a:pt x="6475238" y="16510"/>
                    <a:pt x="6506182" y="16510"/>
                    <a:pt x="6531969" y="16510"/>
                  </a:cubicBezTo>
                  <a:cubicBezTo>
                    <a:pt x="6559298" y="17780"/>
                    <a:pt x="6568188" y="20320"/>
                    <a:pt x="6578348" y="21590"/>
                  </a:cubicBezTo>
                  <a:close/>
                  <a:moveTo>
                    <a:pt x="6588508" y="8382207"/>
                  </a:moveTo>
                  <a:cubicBezTo>
                    <a:pt x="6589778" y="8365697"/>
                    <a:pt x="6591048" y="8352997"/>
                    <a:pt x="6591048" y="8340297"/>
                  </a:cubicBezTo>
                  <a:cubicBezTo>
                    <a:pt x="6589778" y="7973072"/>
                    <a:pt x="6588508" y="7622113"/>
                    <a:pt x="6588508" y="7244666"/>
                  </a:cubicBezTo>
                  <a:cubicBezTo>
                    <a:pt x="6588508" y="7072497"/>
                    <a:pt x="6591048" y="6900328"/>
                    <a:pt x="6589778" y="6728159"/>
                  </a:cubicBezTo>
                  <a:cubicBezTo>
                    <a:pt x="6589778" y="6569234"/>
                    <a:pt x="6588508" y="6403687"/>
                    <a:pt x="6587238" y="6244762"/>
                  </a:cubicBezTo>
                  <a:cubicBezTo>
                    <a:pt x="6582158" y="5999752"/>
                    <a:pt x="6570728" y="927392"/>
                    <a:pt x="6570728" y="682383"/>
                  </a:cubicBezTo>
                  <a:cubicBezTo>
                    <a:pt x="6568188" y="477104"/>
                    <a:pt x="6565648" y="265204"/>
                    <a:pt x="6563108" y="63500"/>
                  </a:cubicBezTo>
                  <a:cubicBezTo>
                    <a:pt x="6561838" y="44450"/>
                    <a:pt x="6560568" y="43180"/>
                    <a:pt x="6516497" y="41910"/>
                  </a:cubicBezTo>
                  <a:cubicBezTo>
                    <a:pt x="6501025" y="41910"/>
                    <a:pt x="6490710" y="41910"/>
                    <a:pt x="6475238" y="40640"/>
                  </a:cubicBezTo>
                  <a:cubicBezTo>
                    <a:pt x="6346304" y="36830"/>
                    <a:pt x="6212212" y="31750"/>
                    <a:pt x="6083278" y="30480"/>
                  </a:cubicBezTo>
                  <a:cubicBezTo>
                    <a:pt x="5768678" y="26670"/>
                    <a:pt x="5448921" y="25400"/>
                    <a:pt x="5134321" y="22860"/>
                  </a:cubicBezTo>
                  <a:cubicBezTo>
                    <a:pt x="5087905" y="22860"/>
                    <a:pt x="5036331" y="22860"/>
                    <a:pt x="4989915" y="22860"/>
                  </a:cubicBezTo>
                  <a:cubicBezTo>
                    <a:pt x="4912554" y="22860"/>
                    <a:pt x="4835194" y="22860"/>
                    <a:pt x="4762991" y="22860"/>
                  </a:cubicBezTo>
                  <a:cubicBezTo>
                    <a:pt x="4597955" y="22860"/>
                    <a:pt x="4432918" y="22860"/>
                    <a:pt x="4273040" y="24130"/>
                  </a:cubicBezTo>
                  <a:cubicBezTo>
                    <a:pt x="4133791" y="25400"/>
                    <a:pt x="1787187" y="29210"/>
                    <a:pt x="1647938" y="29210"/>
                  </a:cubicBezTo>
                  <a:cubicBezTo>
                    <a:pt x="1421014" y="29210"/>
                    <a:pt x="1194089" y="26670"/>
                    <a:pt x="967165" y="33020"/>
                  </a:cubicBezTo>
                  <a:cubicBezTo>
                    <a:pt x="848545" y="36830"/>
                    <a:pt x="735083" y="36830"/>
                    <a:pt x="621621" y="38100"/>
                  </a:cubicBezTo>
                  <a:cubicBezTo>
                    <a:pt x="425641" y="41910"/>
                    <a:pt x="229661" y="45720"/>
                    <a:pt x="45935" y="50800"/>
                  </a:cubicBezTo>
                  <a:cubicBezTo>
                    <a:pt x="33235" y="50800"/>
                    <a:pt x="30695" y="53340"/>
                    <a:pt x="29425" y="86413"/>
                  </a:cubicBezTo>
                  <a:cubicBezTo>
                    <a:pt x="28155" y="205607"/>
                    <a:pt x="28155" y="324801"/>
                    <a:pt x="26885" y="443995"/>
                  </a:cubicBezTo>
                  <a:cubicBezTo>
                    <a:pt x="25615" y="642651"/>
                    <a:pt x="23075" y="834686"/>
                    <a:pt x="21805" y="1033342"/>
                  </a:cubicBezTo>
                  <a:cubicBezTo>
                    <a:pt x="16725" y="1245242"/>
                    <a:pt x="23075" y="6423552"/>
                    <a:pt x="25615" y="6635452"/>
                  </a:cubicBezTo>
                  <a:cubicBezTo>
                    <a:pt x="25615" y="6860597"/>
                    <a:pt x="25615" y="7092362"/>
                    <a:pt x="26885" y="7317506"/>
                  </a:cubicBezTo>
                  <a:cubicBezTo>
                    <a:pt x="26885" y="7483053"/>
                    <a:pt x="29425" y="7648601"/>
                    <a:pt x="29425" y="7814147"/>
                  </a:cubicBezTo>
                  <a:cubicBezTo>
                    <a:pt x="29425" y="7992938"/>
                    <a:pt x="29425" y="8171729"/>
                    <a:pt x="28155" y="8340297"/>
                  </a:cubicBezTo>
                  <a:cubicBezTo>
                    <a:pt x="28155" y="8344107"/>
                    <a:pt x="28155" y="8346647"/>
                    <a:pt x="28155" y="8350457"/>
                  </a:cubicBezTo>
                  <a:cubicBezTo>
                    <a:pt x="28155" y="8360617"/>
                    <a:pt x="31965" y="8364427"/>
                    <a:pt x="40855" y="8364427"/>
                  </a:cubicBezTo>
                  <a:cubicBezTo>
                    <a:pt x="80097" y="8364427"/>
                    <a:pt x="152300" y="8365697"/>
                    <a:pt x="219346" y="8365697"/>
                  </a:cubicBezTo>
                  <a:cubicBezTo>
                    <a:pt x="317336" y="8365697"/>
                    <a:pt x="420483" y="8363157"/>
                    <a:pt x="518473" y="8365697"/>
                  </a:cubicBezTo>
                  <a:cubicBezTo>
                    <a:pt x="678352" y="8369507"/>
                    <a:pt x="838231" y="8372047"/>
                    <a:pt x="998109" y="8370777"/>
                  </a:cubicBezTo>
                  <a:cubicBezTo>
                    <a:pt x="1101257" y="8369507"/>
                    <a:pt x="1199247" y="8372047"/>
                    <a:pt x="1302394" y="8372047"/>
                  </a:cubicBezTo>
                  <a:cubicBezTo>
                    <a:pt x="1451958" y="8372047"/>
                    <a:pt x="1601522" y="8370777"/>
                    <a:pt x="1751085" y="8372047"/>
                  </a:cubicBezTo>
                  <a:cubicBezTo>
                    <a:pt x="1972852" y="8373317"/>
                    <a:pt x="4407132" y="8363157"/>
                    <a:pt x="4634056" y="8365697"/>
                  </a:cubicBezTo>
                  <a:cubicBezTo>
                    <a:pt x="4732046" y="8366967"/>
                    <a:pt x="4830036" y="8368236"/>
                    <a:pt x="4922869" y="8368236"/>
                  </a:cubicBezTo>
                  <a:cubicBezTo>
                    <a:pt x="5093062" y="8370777"/>
                    <a:pt x="5258098" y="8366967"/>
                    <a:pt x="5428291" y="8370777"/>
                  </a:cubicBezTo>
                  <a:cubicBezTo>
                    <a:pt x="5567540" y="8373317"/>
                    <a:pt x="5706789" y="8373317"/>
                    <a:pt x="5846038" y="8375857"/>
                  </a:cubicBezTo>
                  <a:cubicBezTo>
                    <a:pt x="6052334" y="8379667"/>
                    <a:pt x="6258628" y="8382207"/>
                    <a:pt x="6464923" y="8383477"/>
                  </a:cubicBezTo>
                  <a:cubicBezTo>
                    <a:pt x="6542284" y="8383477"/>
                    <a:pt x="6568188" y="8382207"/>
                    <a:pt x="6588508" y="8382207"/>
                  </a:cubicBezTo>
                  <a:close/>
                </a:path>
              </a:pathLst>
            </a:custGeom>
            <a:solidFill>
              <a:srgbClr val="9D999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12680752" y="4154350"/>
            <a:ext cx="1244707" cy="1582040"/>
            <a:chOff x="0" y="0"/>
            <a:chExt cx="6609883" cy="84012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0160" y="16510"/>
              <a:ext cx="6587023" cy="8373317"/>
            </a:xfrm>
            <a:custGeom>
              <a:avLst/>
              <a:gdLst/>
              <a:ahLst/>
              <a:cxnLst/>
              <a:rect r="r" b="b" t="t" l="l"/>
              <a:pathLst>
                <a:path h="8373317" w="6587023">
                  <a:moveTo>
                    <a:pt x="6587023" y="8373317"/>
                  </a:moveTo>
                  <a:lnTo>
                    <a:pt x="0" y="8365697"/>
                  </a:lnTo>
                  <a:lnTo>
                    <a:pt x="0" y="2917312"/>
                  </a:lnTo>
                  <a:lnTo>
                    <a:pt x="17780" y="19050"/>
                  </a:lnTo>
                  <a:lnTo>
                    <a:pt x="3282765" y="0"/>
                  </a:lnTo>
                  <a:lnTo>
                    <a:pt x="6567973" y="5080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-215" y="0"/>
              <a:ext cx="6611368" cy="8399281"/>
            </a:xfrm>
            <a:custGeom>
              <a:avLst/>
              <a:gdLst/>
              <a:ahLst/>
              <a:cxnLst/>
              <a:rect r="r" b="b" t="t" l="l"/>
              <a:pathLst>
                <a:path h="8399281" w="6611368">
                  <a:moveTo>
                    <a:pt x="6578348" y="21590"/>
                  </a:moveTo>
                  <a:cubicBezTo>
                    <a:pt x="6579618" y="34290"/>
                    <a:pt x="6579618" y="44450"/>
                    <a:pt x="6580888" y="54610"/>
                  </a:cubicBezTo>
                  <a:cubicBezTo>
                    <a:pt x="6583428" y="192364"/>
                    <a:pt x="6584698" y="377776"/>
                    <a:pt x="6587238" y="556567"/>
                  </a:cubicBezTo>
                  <a:cubicBezTo>
                    <a:pt x="6587238" y="814820"/>
                    <a:pt x="6599938" y="5907046"/>
                    <a:pt x="6606288" y="6165299"/>
                  </a:cubicBezTo>
                  <a:cubicBezTo>
                    <a:pt x="6612638" y="6555990"/>
                    <a:pt x="6608828" y="6953303"/>
                    <a:pt x="6608828" y="7343994"/>
                  </a:cubicBezTo>
                  <a:cubicBezTo>
                    <a:pt x="6608828" y="7688331"/>
                    <a:pt x="6610098" y="8006181"/>
                    <a:pt x="6611368" y="8339027"/>
                  </a:cubicBezTo>
                  <a:cubicBezTo>
                    <a:pt x="6611368" y="8360617"/>
                    <a:pt x="6611368" y="8374586"/>
                    <a:pt x="6611368" y="8398717"/>
                  </a:cubicBezTo>
                  <a:cubicBezTo>
                    <a:pt x="6588508" y="8398717"/>
                    <a:pt x="6568188" y="8399986"/>
                    <a:pt x="6531969" y="8398717"/>
                  </a:cubicBezTo>
                  <a:cubicBezTo>
                    <a:pt x="6196739" y="8393636"/>
                    <a:pt x="5856353" y="8399986"/>
                    <a:pt x="5521124" y="8394907"/>
                  </a:cubicBezTo>
                  <a:cubicBezTo>
                    <a:pt x="5319986" y="8391097"/>
                    <a:pt x="5124007" y="8393636"/>
                    <a:pt x="4922869" y="8391097"/>
                  </a:cubicBezTo>
                  <a:cubicBezTo>
                    <a:pt x="4830036" y="8389827"/>
                    <a:pt x="4737204" y="8388557"/>
                    <a:pt x="4644371" y="8387286"/>
                  </a:cubicBezTo>
                  <a:cubicBezTo>
                    <a:pt x="4587640" y="8387286"/>
                    <a:pt x="4536066" y="8388557"/>
                    <a:pt x="4479335" y="8388557"/>
                  </a:cubicBezTo>
                  <a:cubicBezTo>
                    <a:pt x="4334929" y="8387286"/>
                    <a:pt x="3937811" y="8388557"/>
                    <a:pt x="3793404" y="8387286"/>
                  </a:cubicBezTo>
                  <a:cubicBezTo>
                    <a:pt x="3690257" y="8386017"/>
                    <a:pt x="1627308" y="8394907"/>
                    <a:pt x="1524161" y="8393636"/>
                  </a:cubicBezTo>
                  <a:cubicBezTo>
                    <a:pt x="1498374" y="8393636"/>
                    <a:pt x="1467430" y="8394907"/>
                    <a:pt x="1441643" y="8394907"/>
                  </a:cubicBezTo>
                  <a:cubicBezTo>
                    <a:pt x="1379754" y="8394907"/>
                    <a:pt x="1323023" y="8396177"/>
                    <a:pt x="1261135" y="8396177"/>
                  </a:cubicBezTo>
                  <a:cubicBezTo>
                    <a:pt x="1106414" y="8396177"/>
                    <a:pt x="956850" y="8394907"/>
                    <a:pt x="802129" y="8393636"/>
                  </a:cubicBezTo>
                  <a:cubicBezTo>
                    <a:pt x="709296" y="8392367"/>
                    <a:pt x="616463" y="8391097"/>
                    <a:pt x="528788" y="8389827"/>
                  </a:cubicBezTo>
                  <a:cubicBezTo>
                    <a:pt x="363752" y="8388557"/>
                    <a:pt x="198716" y="8387286"/>
                    <a:pt x="44665" y="8387286"/>
                  </a:cubicBezTo>
                  <a:cubicBezTo>
                    <a:pt x="34505" y="8387286"/>
                    <a:pt x="25615" y="8387286"/>
                    <a:pt x="15455" y="8386017"/>
                  </a:cubicBezTo>
                  <a:cubicBezTo>
                    <a:pt x="6565" y="8384747"/>
                    <a:pt x="1485" y="8378397"/>
                    <a:pt x="4025" y="8369507"/>
                  </a:cubicBezTo>
                  <a:cubicBezTo>
                    <a:pt x="12915" y="8337276"/>
                    <a:pt x="9105" y="8171729"/>
                    <a:pt x="7835" y="7999560"/>
                  </a:cubicBezTo>
                  <a:cubicBezTo>
                    <a:pt x="6565" y="7648601"/>
                    <a:pt x="2755" y="7304262"/>
                    <a:pt x="4025" y="6953303"/>
                  </a:cubicBezTo>
                  <a:cubicBezTo>
                    <a:pt x="1485" y="6516259"/>
                    <a:pt x="-3595" y="1106183"/>
                    <a:pt x="4025" y="662517"/>
                  </a:cubicBezTo>
                  <a:cubicBezTo>
                    <a:pt x="5295" y="576432"/>
                    <a:pt x="4025" y="483726"/>
                    <a:pt x="5295" y="397642"/>
                  </a:cubicBezTo>
                  <a:cubicBezTo>
                    <a:pt x="6565" y="258582"/>
                    <a:pt x="9105" y="106279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9782" y="30480"/>
                    <a:pt x="152300" y="29210"/>
                  </a:cubicBezTo>
                  <a:cubicBezTo>
                    <a:pt x="291549" y="25400"/>
                    <a:pt x="430798" y="22860"/>
                    <a:pt x="575205" y="20320"/>
                  </a:cubicBezTo>
                  <a:cubicBezTo>
                    <a:pt x="673195" y="17780"/>
                    <a:pt x="771185" y="16510"/>
                    <a:pt x="864017" y="13970"/>
                  </a:cubicBezTo>
                  <a:cubicBezTo>
                    <a:pt x="956850" y="11430"/>
                    <a:pt x="1054840" y="8890"/>
                    <a:pt x="1147673" y="8890"/>
                  </a:cubicBezTo>
                  <a:cubicBezTo>
                    <a:pt x="1250820" y="7620"/>
                    <a:pt x="1353968" y="10160"/>
                    <a:pt x="1457115" y="8890"/>
                  </a:cubicBezTo>
                  <a:cubicBezTo>
                    <a:pt x="1586049" y="8890"/>
                    <a:pt x="3922339" y="6350"/>
                    <a:pt x="4051273" y="5080"/>
                  </a:cubicBezTo>
                  <a:cubicBezTo>
                    <a:pt x="4175050" y="3810"/>
                    <a:pt x="4298827" y="2540"/>
                    <a:pt x="4427761" y="2540"/>
                  </a:cubicBezTo>
                  <a:cubicBezTo>
                    <a:pt x="4639214" y="1270"/>
                    <a:pt x="4845508" y="0"/>
                    <a:pt x="5056961" y="0"/>
                  </a:cubicBezTo>
                  <a:cubicBezTo>
                    <a:pt x="5144636" y="0"/>
                    <a:pt x="5237469" y="2540"/>
                    <a:pt x="5325144" y="2540"/>
                  </a:cubicBezTo>
                  <a:cubicBezTo>
                    <a:pt x="5567540" y="3810"/>
                    <a:pt x="5815094" y="5080"/>
                    <a:pt x="6057491" y="7620"/>
                  </a:cubicBezTo>
                  <a:cubicBezTo>
                    <a:pt x="6186425" y="8890"/>
                    <a:pt x="6315359" y="12700"/>
                    <a:pt x="6444294" y="16510"/>
                  </a:cubicBezTo>
                  <a:cubicBezTo>
                    <a:pt x="6475238" y="16510"/>
                    <a:pt x="6506182" y="16510"/>
                    <a:pt x="6531969" y="16510"/>
                  </a:cubicBezTo>
                  <a:cubicBezTo>
                    <a:pt x="6559298" y="17780"/>
                    <a:pt x="6568188" y="20320"/>
                    <a:pt x="6578348" y="21590"/>
                  </a:cubicBezTo>
                  <a:close/>
                  <a:moveTo>
                    <a:pt x="6588508" y="8382207"/>
                  </a:moveTo>
                  <a:cubicBezTo>
                    <a:pt x="6589778" y="8365697"/>
                    <a:pt x="6591048" y="8352997"/>
                    <a:pt x="6591048" y="8340297"/>
                  </a:cubicBezTo>
                  <a:cubicBezTo>
                    <a:pt x="6589778" y="7973072"/>
                    <a:pt x="6588508" y="7622113"/>
                    <a:pt x="6588508" y="7244666"/>
                  </a:cubicBezTo>
                  <a:cubicBezTo>
                    <a:pt x="6588508" y="7072497"/>
                    <a:pt x="6591048" y="6900328"/>
                    <a:pt x="6589778" y="6728159"/>
                  </a:cubicBezTo>
                  <a:cubicBezTo>
                    <a:pt x="6589778" y="6569234"/>
                    <a:pt x="6588508" y="6403687"/>
                    <a:pt x="6587238" y="6244762"/>
                  </a:cubicBezTo>
                  <a:cubicBezTo>
                    <a:pt x="6582158" y="5999752"/>
                    <a:pt x="6570728" y="927392"/>
                    <a:pt x="6570728" y="682383"/>
                  </a:cubicBezTo>
                  <a:cubicBezTo>
                    <a:pt x="6568188" y="477104"/>
                    <a:pt x="6565648" y="265204"/>
                    <a:pt x="6563108" y="63500"/>
                  </a:cubicBezTo>
                  <a:cubicBezTo>
                    <a:pt x="6561838" y="44450"/>
                    <a:pt x="6560568" y="43180"/>
                    <a:pt x="6516497" y="41910"/>
                  </a:cubicBezTo>
                  <a:cubicBezTo>
                    <a:pt x="6501025" y="41910"/>
                    <a:pt x="6490710" y="41910"/>
                    <a:pt x="6475238" y="40640"/>
                  </a:cubicBezTo>
                  <a:cubicBezTo>
                    <a:pt x="6346304" y="36830"/>
                    <a:pt x="6212212" y="31750"/>
                    <a:pt x="6083278" y="30480"/>
                  </a:cubicBezTo>
                  <a:cubicBezTo>
                    <a:pt x="5768678" y="26670"/>
                    <a:pt x="5448921" y="25400"/>
                    <a:pt x="5134321" y="22860"/>
                  </a:cubicBezTo>
                  <a:cubicBezTo>
                    <a:pt x="5087905" y="22860"/>
                    <a:pt x="5036331" y="22860"/>
                    <a:pt x="4989915" y="22860"/>
                  </a:cubicBezTo>
                  <a:cubicBezTo>
                    <a:pt x="4912554" y="22860"/>
                    <a:pt x="4835194" y="22860"/>
                    <a:pt x="4762991" y="22860"/>
                  </a:cubicBezTo>
                  <a:cubicBezTo>
                    <a:pt x="4597955" y="22860"/>
                    <a:pt x="4432918" y="22860"/>
                    <a:pt x="4273040" y="24130"/>
                  </a:cubicBezTo>
                  <a:cubicBezTo>
                    <a:pt x="4133791" y="25400"/>
                    <a:pt x="1787187" y="29210"/>
                    <a:pt x="1647938" y="29210"/>
                  </a:cubicBezTo>
                  <a:cubicBezTo>
                    <a:pt x="1421014" y="29210"/>
                    <a:pt x="1194089" y="26670"/>
                    <a:pt x="967165" y="33020"/>
                  </a:cubicBezTo>
                  <a:cubicBezTo>
                    <a:pt x="848545" y="36830"/>
                    <a:pt x="735083" y="36830"/>
                    <a:pt x="621621" y="38100"/>
                  </a:cubicBezTo>
                  <a:cubicBezTo>
                    <a:pt x="425641" y="41910"/>
                    <a:pt x="229661" y="45720"/>
                    <a:pt x="45935" y="50800"/>
                  </a:cubicBezTo>
                  <a:cubicBezTo>
                    <a:pt x="33235" y="50800"/>
                    <a:pt x="30695" y="53340"/>
                    <a:pt x="29425" y="86413"/>
                  </a:cubicBezTo>
                  <a:cubicBezTo>
                    <a:pt x="28155" y="205607"/>
                    <a:pt x="28155" y="324801"/>
                    <a:pt x="26885" y="443995"/>
                  </a:cubicBezTo>
                  <a:cubicBezTo>
                    <a:pt x="25615" y="642651"/>
                    <a:pt x="23075" y="834686"/>
                    <a:pt x="21805" y="1033342"/>
                  </a:cubicBezTo>
                  <a:cubicBezTo>
                    <a:pt x="16725" y="1245242"/>
                    <a:pt x="23075" y="6423552"/>
                    <a:pt x="25615" y="6635452"/>
                  </a:cubicBezTo>
                  <a:cubicBezTo>
                    <a:pt x="25615" y="6860597"/>
                    <a:pt x="25615" y="7092362"/>
                    <a:pt x="26885" y="7317506"/>
                  </a:cubicBezTo>
                  <a:cubicBezTo>
                    <a:pt x="26885" y="7483053"/>
                    <a:pt x="29425" y="7648601"/>
                    <a:pt x="29425" y="7814147"/>
                  </a:cubicBezTo>
                  <a:cubicBezTo>
                    <a:pt x="29425" y="7992938"/>
                    <a:pt x="29425" y="8171729"/>
                    <a:pt x="28155" y="8340297"/>
                  </a:cubicBezTo>
                  <a:cubicBezTo>
                    <a:pt x="28155" y="8344107"/>
                    <a:pt x="28155" y="8346647"/>
                    <a:pt x="28155" y="8350457"/>
                  </a:cubicBezTo>
                  <a:cubicBezTo>
                    <a:pt x="28155" y="8360617"/>
                    <a:pt x="31965" y="8364427"/>
                    <a:pt x="40855" y="8364427"/>
                  </a:cubicBezTo>
                  <a:cubicBezTo>
                    <a:pt x="80097" y="8364427"/>
                    <a:pt x="152300" y="8365697"/>
                    <a:pt x="219346" y="8365697"/>
                  </a:cubicBezTo>
                  <a:cubicBezTo>
                    <a:pt x="317336" y="8365697"/>
                    <a:pt x="420483" y="8363157"/>
                    <a:pt x="518473" y="8365697"/>
                  </a:cubicBezTo>
                  <a:cubicBezTo>
                    <a:pt x="678352" y="8369507"/>
                    <a:pt x="838231" y="8372047"/>
                    <a:pt x="998109" y="8370777"/>
                  </a:cubicBezTo>
                  <a:cubicBezTo>
                    <a:pt x="1101257" y="8369507"/>
                    <a:pt x="1199247" y="8372047"/>
                    <a:pt x="1302394" y="8372047"/>
                  </a:cubicBezTo>
                  <a:cubicBezTo>
                    <a:pt x="1451958" y="8372047"/>
                    <a:pt x="1601522" y="8370777"/>
                    <a:pt x="1751085" y="8372047"/>
                  </a:cubicBezTo>
                  <a:cubicBezTo>
                    <a:pt x="1972852" y="8373317"/>
                    <a:pt x="4407132" y="8363157"/>
                    <a:pt x="4634056" y="8365697"/>
                  </a:cubicBezTo>
                  <a:cubicBezTo>
                    <a:pt x="4732046" y="8366967"/>
                    <a:pt x="4830036" y="8368236"/>
                    <a:pt x="4922869" y="8368236"/>
                  </a:cubicBezTo>
                  <a:cubicBezTo>
                    <a:pt x="5093062" y="8370777"/>
                    <a:pt x="5258098" y="8366967"/>
                    <a:pt x="5428291" y="8370777"/>
                  </a:cubicBezTo>
                  <a:cubicBezTo>
                    <a:pt x="5567540" y="8373317"/>
                    <a:pt x="5706789" y="8373317"/>
                    <a:pt x="5846038" y="8375857"/>
                  </a:cubicBezTo>
                  <a:cubicBezTo>
                    <a:pt x="6052334" y="8379667"/>
                    <a:pt x="6258628" y="8382207"/>
                    <a:pt x="6464923" y="8383477"/>
                  </a:cubicBezTo>
                  <a:cubicBezTo>
                    <a:pt x="6542284" y="8383477"/>
                    <a:pt x="6568188" y="8382207"/>
                    <a:pt x="6588508" y="8382207"/>
                  </a:cubicBezTo>
                  <a:close/>
                </a:path>
              </a:pathLst>
            </a:custGeom>
            <a:solidFill>
              <a:srgbClr val="9D999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5845926" y="4154350"/>
            <a:ext cx="1244707" cy="1582040"/>
            <a:chOff x="0" y="0"/>
            <a:chExt cx="6609883" cy="840125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0160" y="16510"/>
              <a:ext cx="6587023" cy="8373317"/>
            </a:xfrm>
            <a:custGeom>
              <a:avLst/>
              <a:gdLst/>
              <a:ahLst/>
              <a:cxnLst/>
              <a:rect r="r" b="b" t="t" l="l"/>
              <a:pathLst>
                <a:path h="8373317" w="6587023">
                  <a:moveTo>
                    <a:pt x="6587023" y="8373317"/>
                  </a:moveTo>
                  <a:lnTo>
                    <a:pt x="0" y="8365697"/>
                  </a:lnTo>
                  <a:lnTo>
                    <a:pt x="0" y="2917312"/>
                  </a:lnTo>
                  <a:lnTo>
                    <a:pt x="17780" y="19050"/>
                  </a:lnTo>
                  <a:lnTo>
                    <a:pt x="3282765" y="0"/>
                  </a:lnTo>
                  <a:lnTo>
                    <a:pt x="6567973" y="5080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-215" y="0"/>
              <a:ext cx="6611368" cy="8399281"/>
            </a:xfrm>
            <a:custGeom>
              <a:avLst/>
              <a:gdLst/>
              <a:ahLst/>
              <a:cxnLst/>
              <a:rect r="r" b="b" t="t" l="l"/>
              <a:pathLst>
                <a:path h="8399281" w="6611368">
                  <a:moveTo>
                    <a:pt x="6578348" y="21590"/>
                  </a:moveTo>
                  <a:cubicBezTo>
                    <a:pt x="6579618" y="34290"/>
                    <a:pt x="6579618" y="44450"/>
                    <a:pt x="6580888" y="54610"/>
                  </a:cubicBezTo>
                  <a:cubicBezTo>
                    <a:pt x="6583428" y="192364"/>
                    <a:pt x="6584698" y="377776"/>
                    <a:pt x="6587238" y="556567"/>
                  </a:cubicBezTo>
                  <a:cubicBezTo>
                    <a:pt x="6587238" y="814820"/>
                    <a:pt x="6599938" y="5907046"/>
                    <a:pt x="6606288" y="6165299"/>
                  </a:cubicBezTo>
                  <a:cubicBezTo>
                    <a:pt x="6612638" y="6555990"/>
                    <a:pt x="6608828" y="6953303"/>
                    <a:pt x="6608828" y="7343994"/>
                  </a:cubicBezTo>
                  <a:cubicBezTo>
                    <a:pt x="6608828" y="7688331"/>
                    <a:pt x="6610098" y="8006181"/>
                    <a:pt x="6611368" y="8339027"/>
                  </a:cubicBezTo>
                  <a:cubicBezTo>
                    <a:pt x="6611368" y="8360617"/>
                    <a:pt x="6611368" y="8374586"/>
                    <a:pt x="6611368" y="8398717"/>
                  </a:cubicBezTo>
                  <a:cubicBezTo>
                    <a:pt x="6588508" y="8398717"/>
                    <a:pt x="6568188" y="8399986"/>
                    <a:pt x="6531969" y="8398717"/>
                  </a:cubicBezTo>
                  <a:cubicBezTo>
                    <a:pt x="6196739" y="8393636"/>
                    <a:pt x="5856353" y="8399986"/>
                    <a:pt x="5521124" y="8394907"/>
                  </a:cubicBezTo>
                  <a:cubicBezTo>
                    <a:pt x="5319986" y="8391097"/>
                    <a:pt x="5124007" y="8393636"/>
                    <a:pt x="4922869" y="8391097"/>
                  </a:cubicBezTo>
                  <a:cubicBezTo>
                    <a:pt x="4830036" y="8389827"/>
                    <a:pt x="4737204" y="8388557"/>
                    <a:pt x="4644371" y="8387286"/>
                  </a:cubicBezTo>
                  <a:cubicBezTo>
                    <a:pt x="4587640" y="8387286"/>
                    <a:pt x="4536066" y="8388557"/>
                    <a:pt x="4479335" y="8388557"/>
                  </a:cubicBezTo>
                  <a:cubicBezTo>
                    <a:pt x="4334929" y="8387286"/>
                    <a:pt x="3937811" y="8388557"/>
                    <a:pt x="3793404" y="8387286"/>
                  </a:cubicBezTo>
                  <a:cubicBezTo>
                    <a:pt x="3690257" y="8386017"/>
                    <a:pt x="1627308" y="8394907"/>
                    <a:pt x="1524161" y="8393636"/>
                  </a:cubicBezTo>
                  <a:cubicBezTo>
                    <a:pt x="1498374" y="8393636"/>
                    <a:pt x="1467430" y="8394907"/>
                    <a:pt x="1441643" y="8394907"/>
                  </a:cubicBezTo>
                  <a:cubicBezTo>
                    <a:pt x="1379754" y="8394907"/>
                    <a:pt x="1323023" y="8396177"/>
                    <a:pt x="1261135" y="8396177"/>
                  </a:cubicBezTo>
                  <a:cubicBezTo>
                    <a:pt x="1106414" y="8396177"/>
                    <a:pt x="956850" y="8394907"/>
                    <a:pt x="802129" y="8393636"/>
                  </a:cubicBezTo>
                  <a:cubicBezTo>
                    <a:pt x="709296" y="8392367"/>
                    <a:pt x="616463" y="8391097"/>
                    <a:pt x="528788" y="8389827"/>
                  </a:cubicBezTo>
                  <a:cubicBezTo>
                    <a:pt x="363752" y="8388557"/>
                    <a:pt x="198716" y="8387286"/>
                    <a:pt x="44665" y="8387286"/>
                  </a:cubicBezTo>
                  <a:cubicBezTo>
                    <a:pt x="34505" y="8387286"/>
                    <a:pt x="25615" y="8387286"/>
                    <a:pt x="15455" y="8386017"/>
                  </a:cubicBezTo>
                  <a:cubicBezTo>
                    <a:pt x="6565" y="8384747"/>
                    <a:pt x="1485" y="8378397"/>
                    <a:pt x="4025" y="8369507"/>
                  </a:cubicBezTo>
                  <a:cubicBezTo>
                    <a:pt x="12915" y="8337276"/>
                    <a:pt x="9105" y="8171729"/>
                    <a:pt x="7835" y="7999560"/>
                  </a:cubicBezTo>
                  <a:cubicBezTo>
                    <a:pt x="6565" y="7648601"/>
                    <a:pt x="2755" y="7304262"/>
                    <a:pt x="4025" y="6953303"/>
                  </a:cubicBezTo>
                  <a:cubicBezTo>
                    <a:pt x="1485" y="6516259"/>
                    <a:pt x="-3595" y="1106183"/>
                    <a:pt x="4025" y="662517"/>
                  </a:cubicBezTo>
                  <a:cubicBezTo>
                    <a:pt x="5295" y="576432"/>
                    <a:pt x="4025" y="483726"/>
                    <a:pt x="5295" y="397642"/>
                  </a:cubicBezTo>
                  <a:cubicBezTo>
                    <a:pt x="6565" y="258582"/>
                    <a:pt x="9105" y="106279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9782" y="30480"/>
                    <a:pt x="152300" y="29210"/>
                  </a:cubicBezTo>
                  <a:cubicBezTo>
                    <a:pt x="291549" y="25400"/>
                    <a:pt x="430798" y="22860"/>
                    <a:pt x="575205" y="20320"/>
                  </a:cubicBezTo>
                  <a:cubicBezTo>
                    <a:pt x="673195" y="17780"/>
                    <a:pt x="771185" y="16510"/>
                    <a:pt x="864017" y="13970"/>
                  </a:cubicBezTo>
                  <a:cubicBezTo>
                    <a:pt x="956850" y="11430"/>
                    <a:pt x="1054840" y="8890"/>
                    <a:pt x="1147673" y="8890"/>
                  </a:cubicBezTo>
                  <a:cubicBezTo>
                    <a:pt x="1250820" y="7620"/>
                    <a:pt x="1353968" y="10160"/>
                    <a:pt x="1457115" y="8890"/>
                  </a:cubicBezTo>
                  <a:cubicBezTo>
                    <a:pt x="1586049" y="8890"/>
                    <a:pt x="3922339" y="6350"/>
                    <a:pt x="4051273" y="5080"/>
                  </a:cubicBezTo>
                  <a:cubicBezTo>
                    <a:pt x="4175050" y="3810"/>
                    <a:pt x="4298827" y="2540"/>
                    <a:pt x="4427761" y="2540"/>
                  </a:cubicBezTo>
                  <a:cubicBezTo>
                    <a:pt x="4639214" y="1270"/>
                    <a:pt x="4845508" y="0"/>
                    <a:pt x="5056961" y="0"/>
                  </a:cubicBezTo>
                  <a:cubicBezTo>
                    <a:pt x="5144636" y="0"/>
                    <a:pt x="5237469" y="2540"/>
                    <a:pt x="5325144" y="2540"/>
                  </a:cubicBezTo>
                  <a:cubicBezTo>
                    <a:pt x="5567540" y="3810"/>
                    <a:pt x="5815094" y="5080"/>
                    <a:pt x="6057491" y="7620"/>
                  </a:cubicBezTo>
                  <a:cubicBezTo>
                    <a:pt x="6186425" y="8890"/>
                    <a:pt x="6315359" y="12700"/>
                    <a:pt x="6444294" y="16510"/>
                  </a:cubicBezTo>
                  <a:cubicBezTo>
                    <a:pt x="6475238" y="16510"/>
                    <a:pt x="6506182" y="16510"/>
                    <a:pt x="6531969" y="16510"/>
                  </a:cubicBezTo>
                  <a:cubicBezTo>
                    <a:pt x="6559298" y="17780"/>
                    <a:pt x="6568188" y="20320"/>
                    <a:pt x="6578348" y="21590"/>
                  </a:cubicBezTo>
                  <a:close/>
                  <a:moveTo>
                    <a:pt x="6588508" y="8382207"/>
                  </a:moveTo>
                  <a:cubicBezTo>
                    <a:pt x="6589778" y="8365697"/>
                    <a:pt x="6591048" y="8352997"/>
                    <a:pt x="6591048" y="8340297"/>
                  </a:cubicBezTo>
                  <a:cubicBezTo>
                    <a:pt x="6589778" y="7973072"/>
                    <a:pt x="6588508" y="7622113"/>
                    <a:pt x="6588508" y="7244666"/>
                  </a:cubicBezTo>
                  <a:cubicBezTo>
                    <a:pt x="6588508" y="7072497"/>
                    <a:pt x="6591048" y="6900328"/>
                    <a:pt x="6589778" y="6728159"/>
                  </a:cubicBezTo>
                  <a:cubicBezTo>
                    <a:pt x="6589778" y="6569234"/>
                    <a:pt x="6588508" y="6403687"/>
                    <a:pt x="6587238" y="6244762"/>
                  </a:cubicBezTo>
                  <a:cubicBezTo>
                    <a:pt x="6582158" y="5999752"/>
                    <a:pt x="6570728" y="927392"/>
                    <a:pt x="6570728" y="682383"/>
                  </a:cubicBezTo>
                  <a:cubicBezTo>
                    <a:pt x="6568188" y="477104"/>
                    <a:pt x="6565648" y="265204"/>
                    <a:pt x="6563108" y="63500"/>
                  </a:cubicBezTo>
                  <a:cubicBezTo>
                    <a:pt x="6561838" y="44450"/>
                    <a:pt x="6560568" y="43180"/>
                    <a:pt x="6516497" y="41910"/>
                  </a:cubicBezTo>
                  <a:cubicBezTo>
                    <a:pt x="6501025" y="41910"/>
                    <a:pt x="6490710" y="41910"/>
                    <a:pt x="6475238" y="40640"/>
                  </a:cubicBezTo>
                  <a:cubicBezTo>
                    <a:pt x="6346304" y="36830"/>
                    <a:pt x="6212212" y="31750"/>
                    <a:pt x="6083278" y="30480"/>
                  </a:cubicBezTo>
                  <a:cubicBezTo>
                    <a:pt x="5768678" y="26670"/>
                    <a:pt x="5448921" y="25400"/>
                    <a:pt x="5134321" y="22860"/>
                  </a:cubicBezTo>
                  <a:cubicBezTo>
                    <a:pt x="5087905" y="22860"/>
                    <a:pt x="5036331" y="22860"/>
                    <a:pt x="4989915" y="22860"/>
                  </a:cubicBezTo>
                  <a:cubicBezTo>
                    <a:pt x="4912554" y="22860"/>
                    <a:pt x="4835194" y="22860"/>
                    <a:pt x="4762991" y="22860"/>
                  </a:cubicBezTo>
                  <a:cubicBezTo>
                    <a:pt x="4597955" y="22860"/>
                    <a:pt x="4432918" y="22860"/>
                    <a:pt x="4273040" y="24130"/>
                  </a:cubicBezTo>
                  <a:cubicBezTo>
                    <a:pt x="4133791" y="25400"/>
                    <a:pt x="1787187" y="29210"/>
                    <a:pt x="1647938" y="29210"/>
                  </a:cubicBezTo>
                  <a:cubicBezTo>
                    <a:pt x="1421014" y="29210"/>
                    <a:pt x="1194089" y="26670"/>
                    <a:pt x="967165" y="33020"/>
                  </a:cubicBezTo>
                  <a:cubicBezTo>
                    <a:pt x="848545" y="36830"/>
                    <a:pt x="735083" y="36830"/>
                    <a:pt x="621621" y="38100"/>
                  </a:cubicBezTo>
                  <a:cubicBezTo>
                    <a:pt x="425641" y="41910"/>
                    <a:pt x="229661" y="45720"/>
                    <a:pt x="45935" y="50800"/>
                  </a:cubicBezTo>
                  <a:cubicBezTo>
                    <a:pt x="33235" y="50800"/>
                    <a:pt x="30695" y="53340"/>
                    <a:pt x="29425" y="86413"/>
                  </a:cubicBezTo>
                  <a:cubicBezTo>
                    <a:pt x="28155" y="205607"/>
                    <a:pt x="28155" y="324801"/>
                    <a:pt x="26885" y="443995"/>
                  </a:cubicBezTo>
                  <a:cubicBezTo>
                    <a:pt x="25615" y="642651"/>
                    <a:pt x="23075" y="834686"/>
                    <a:pt x="21805" y="1033342"/>
                  </a:cubicBezTo>
                  <a:cubicBezTo>
                    <a:pt x="16725" y="1245242"/>
                    <a:pt x="23075" y="6423552"/>
                    <a:pt x="25615" y="6635452"/>
                  </a:cubicBezTo>
                  <a:cubicBezTo>
                    <a:pt x="25615" y="6860597"/>
                    <a:pt x="25615" y="7092362"/>
                    <a:pt x="26885" y="7317506"/>
                  </a:cubicBezTo>
                  <a:cubicBezTo>
                    <a:pt x="26885" y="7483053"/>
                    <a:pt x="29425" y="7648601"/>
                    <a:pt x="29425" y="7814147"/>
                  </a:cubicBezTo>
                  <a:cubicBezTo>
                    <a:pt x="29425" y="7992938"/>
                    <a:pt x="29425" y="8171729"/>
                    <a:pt x="28155" y="8340297"/>
                  </a:cubicBezTo>
                  <a:cubicBezTo>
                    <a:pt x="28155" y="8344107"/>
                    <a:pt x="28155" y="8346647"/>
                    <a:pt x="28155" y="8350457"/>
                  </a:cubicBezTo>
                  <a:cubicBezTo>
                    <a:pt x="28155" y="8360617"/>
                    <a:pt x="31965" y="8364427"/>
                    <a:pt x="40855" y="8364427"/>
                  </a:cubicBezTo>
                  <a:cubicBezTo>
                    <a:pt x="80097" y="8364427"/>
                    <a:pt x="152300" y="8365697"/>
                    <a:pt x="219346" y="8365697"/>
                  </a:cubicBezTo>
                  <a:cubicBezTo>
                    <a:pt x="317336" y="8365697"/>
                    <a:pt x="420483" y="8363157"/>
                    <a:pt x="518473" y="8365697"/>
                  </a:cubicBezTo>
                  <a:cubicBezTo>
                    <a:pt x="678352" y="8369507"/>
                    <a:pt x="838231" y="8372047"/>
                    <a:pt x="998109" y="8370777"/>
                  </a:cubicBezTo>
                  <a:cubicBezTo>
                    <a:pt x="1101257" y="8369507"/>
                    <a:pt x="1199247" y="8372047"/>
                    <a:pt x="1302394" y="8372047"/>
                  </a:cubicBezTo>
                  <a:cubicBezTo>
                    <a:pt x="1451958" y="8372047"/>
                    <a:pt x="1601522" y="8370777"/>
                    <a:pt x="1751085" y="8372047"/>
                  </a:cubicBezTo>
                  <a:cubicBezTo>
                    <a:pt x="1972852" y="8373317"/>
                    <a:pt x="4407132" y="8363157"/>
                    <a:pt x="4634056" y="8365697"/>
                  </a:cubicBezTo>
                  <a:cubicBezTo>
                    <a:pt x="4732046" y="8366967"/>
                    <a:pt x="4830036" y="8368236"/>
                    <a:pt x="4922869" y="8368236"/>
                  </a:cubicBezTo>
                  <a:cubicBezTo>
                    <a:pt x="5093062" y="8370777"/>
                    <a:pt x="5258098" y="8366967"/>
                    <a:pt x="5428291" y="8370777"/>
                  </a:cubicBezTo>
                  <a:cubicBezTo>
                    <a:pt x="5567540" y="8373317"/>
                    <a:pt x="5706789" y="8373317"/>
                    <a:pt x="5846038" y="8375857"/>
                  </a:cubicBezTo>
                  <a:cubicBezTo>
                    <a:pt x="6052334" y="8379667"/>
                    <a:pt x="6258628" y="8382207"/>
                    <a:pt x="6464923" y="8383477"/>
                  </a:cubicBezTo>
                  <a:cubicBezTo>
                    <a:pt x="6542284" y="8383477"/>
                    <a:pt x="6568188" y="8382207"/>
                    <a:pt x="6588508" y="8382207"/>
                  </a:cubicBezTo>
                  <a:close/>
                </a:path>
              </a:pathLst>
            </a:custGeom>
            <a:solidFill>
              <a:srgbClr val="9D9990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7391971">
            <a:off x="12010891" y="3009693"/>
            <a:ext cx="2584428" cy="516886"/>
          </a:xfrm>
          <a:custGeom>
            <a:avLst/>
            <a:gdLst/>
            <a:ahLst/>
            <a:cxnLst/>
            <a:rect r="r" b="b" t="t" l="l"/>
            <a:pathLst>
              <a:path h="516886" w="2584428">
                <a:moveTo>
                  <a:pt x="0" y="0"/>
                </a:moveTo>
                <a:lnTo>
                  <a:pt x="2584428" y="0"/>
                </a:lnTo>
                <a:lnTo>
                  <a:pt x="2584428" y="516885"/>
                </a:lnTo>
                <a:lnTo>
                  <a:pt x="0" y="5168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38424" y="1593402"/>
            <a:ext cx="8574283" cy="272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20"/>
              </a:lnSpc>
            </a:pPr>
            <a:r>
              <a:rPr lang="en-US" sz="11467" spc="-378">
                <a:solidFill>
                  <a:srgbClr val="1800AD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B ve B+</a:t>
            </a:r>
          </a:p>
          <a:p>
            <a:pPr algn="l">
              <a:lnSpc>
                <a:spcPts val="10320"/>
              </a:lnSpc>
            </a:pPr>
            <a:r>
              <a:rPr lang="en-US" sz="11467" spc="-378">
                <a:solidFill>
                  <a:srgbClr val="1800AD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AĞAÇLARI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3540831">
            <a:off x="14750211" y="3027755"/>
            <a:ext cx="2584428" cy="516886"/>
          </a:xfrm>
          <a:custGeom>
            <a:avLst/>
            <a:gdLst/>
            <a:ahLst/>
            <a:cxnLst/>
            <a:rect r="r" b="b" t="t" l="l"/>
            <a:pathLst>
              <a:path h="516886" w="2584428">
                <a:moveTo>
                  <a:pt x="0" y="0"/>
                </a:moveTo>
                <a:lnTo>
                  <a:pt x="2584428" y="0"/>
                </a:lnTo>
                <a:lnTo>
                  <a:pt x="2584428" y="516886"/>
                </a:lnTo>
                <a:lnTo>
                  <a:pt x="0" y="516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4317954" y="1355729"/>
            <a:ext cx="791020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5599" spc="-184">
                <a:solidFill>
                  <a:srgbClr val="FFFBEB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12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38424" y="8019784"/>
            <a:ext cx="7339364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400" b="true">
                <a:solidFill>
                  <a:srgbClr val="FFFBE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Hazırlayan: Hacer USTA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33423" y="8019784"/>
            <a:ext cx="7339364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559"/>
              </a:lnSpc>
            </a:pPr>
            <a:r>
              <a:rPr lang="en-US" sz="5400" b="true">
                <a:solidFill>
                  <a:srgbClr val="FFFBE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02220224005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325555" y="4688982"/>
            <a:ext cx="791020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5599" spc="-184">
                <a:solidFill>
                  <a:srgbClr val="FFFBEB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907595" y="4688982"/>
            <a:ext cx="791020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5599" spc="-184">
                <a:solidFill>
                  <a:srgbClr val="FFFBEB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138237" y="4688982"/>
            <a:ext cx="791020" cy="68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5599" spc="-184">
                <a:solidFill>
                  <a:srgbClr val="FFFBEB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34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38250"/>
            <a:ext cx="10683882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7200" spc="-237">
                <a:solidFill>
                  <a:srgbClr val="3D6E7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Veri Tabanlarında Kullanımı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59191" y="2306951"/>
            <a:ext cx="16100109" cy="6570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0"/>
              </a:lnSpc>
              <a:spcBef>
                <a:spcPct val="0"/>
              </a:spcBef>
            </a:pPr>
            <a:r>
              <a:rPr lang="en-US" sz="3886" spc="-128">
                <a:solidFill>
                  <a:srgbClr val="CE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MySQL / InnoDB</a:t>
            </a:r>
          </a:p>
          <a:p>
            <a:pPr algn="l">
              <a:lnSpc>
                <a:spcPts val="4670"/>
              </a:lnSpc>
            </a:pPr>
            <a:r>
              <a:rPr lang="en-US" sz="2993" spc="-98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MySQL'in varsayılan depolama motoru olan InnoDB, birincil anahtarlar için Clustered B+ Tree (kümelenmiş B+ Ağacı) kullanır. Bu, tablonun fiziksel olarak birincil anahtar sırasına göre diskde depolandığı anlamına gelir.</a:t>
            </a:r>
          </a:p>
          <a:p>
            <a:pPr algn="l">
              <a:lnSpc>
                <a:spcPts val="4191"/>
              </a:lnSpc>
              <a:spcBef>
                <a:spcPct val="0"/>
              </a:spcBef>
            </a:pPr>
            <a:r>
              <a:rPr lang="en-US" sz="2993" spc="-98">
                <a:solidFill>
                  <a:srgbClr val="1800AD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Clustered Index</a:t>
            </a:r>
            <a:r>
              <a:rPr lang="en-US" sz="2993" spc="-98">
                <a:solidFill>
                  <a:srgbClr val="3D6E7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: </a:t>
            </a:r>
            <a:r>
              <a:rPr lang="en-US" sz="2993" spc="-98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Tablonun veri satırları, B+ Tree'nin yaprak düğümlerinde saklanır. Birincil anahtara göre sorgular son derece hızlıdır çünkü ağacın yapraklarına ulaşmak veriyi de getirmek demektir.</a:t>
            </a:r>
          </a:p>
          <a:p>
            <a:pPr algn="l">
              <a:lnSpc>
                <a:spcPts val="4191"/>
              </a:lnSpc>
              <a:spcBef>
                <a:spcPct val="0"/>
              </a:spcBef>
            </a:pPr>
            <a:r>
              <a:rPr lang="en-US" sz="2993" spc="-98">
                <a:solidFill>
                  <a:srgbClr val="1800AD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Secondary Index:</a:t>
            </a:r>
            <a:r>
              <a:rPr lang="en-US" sz="2993" spc="-98">
                <a:solidFill>
                  <a:srgbClr val="3D6E7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 </a:t>
            </a:r>
            <a:r>
              <a:rPr lang="en-US" sz="2993" spc="-98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Her ikincil indeks de bir B+ Tree'dir; ancak yaprak düğümleri veri yerine birincil anahtar değerini tutar. Böylece ikincil indeksten yapılan bir sorguda önce indeks ağacı, ardından birincil ağaç olmak üzere iki arama yapılır.</a:t>
            </a:r>
          </a:p>
          <a:p>
            <a:pPr algn="l">
              <a:lnSpc>
                <a:spcPts val="4191"/>
              </a:lnSpc>
              <a:spcBef>
                <a:spcPct val="0"/>
              </a:spcBef>
            </a:pPr>
            <a:r>
              <a:rPr lang="en-US" sz="2993" spc="-98">
                <a:solidFill>
                  <a:srgbClr val="1800AD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Sayfa boyutu: </a:t>
            </a:r>
            <a:r>
              <a:rPr lang="en-US" sz="2993" spc="-98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InnoDB varsayılan olarak 16 KB'lık sayfalar kullanır. Her sayfa bir B+ Tree düğümüne karşılık gelir.</a:t>
            </a:r>
          </a:p>
          <a:p>
            <a:pPr algn="l">
              <a:lnSpc>
                <a:spcPts val="4191"/>
              </a:lnSpc>
              <a:spcBef>
                <a:spcPct val="0"/>
              </a:spcBef>
            </a:pPr>
            <a:r>
              <a:rPr lang="en-US" sz="2993" spc="-98">
                <a:solidFill>
                  <a:srgbClr val="CE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Örnek:</a:t>
            </a:r>
            <a:r>
              <a:rPr lang="en-US" sz="2993" spc="-98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 SELECT * FROM siparisler WHERE tarih BETWEEN '2024-01-01' AND '2024-12-31' sorgusu, B+ Tree'nin yaprak listesi üzerinde doğrusal tarama ile son derece hızlı tamamlanır.</a:t>
            </a:r>
          </a:p>
        </p:txBody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623885"/>
            <a:ext cx="16454607" cy="6943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05"/>
              </a:lnSpc>
              <a:spcBef>
                <a:spcPct val="0"/>
              </a:spcBef>
            </a:pPr>
            <a:r>
              <a:rPr lang="en-US" sz="4289" spc="-141">
                <a:solidFill>
                  <a:srgbClr val="CE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PostgreSQL</a:t>
            </a:r>
          </a:p>
          <a:p>
            <a:pPr algn="just">
              <a:lnSpc>
                <a:spcPts val="4465"/>
              </a:lnSpc>
              <a:spcBef>
                <a:spcPct val="0"/>
              </a:spcBef>
            </a:pPr>
            <a:r>
              <a:rPr lang="en-US" sz="3189" spc="-105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PostgreSQL, indeks türleri açısından son derece esnek bir sistemdir. B-Tree varsayılan indeks türüdür ve CREATE INDEX komutu herhangi bir ek parametre verilmeden kullanıldığında otomatik olarak B-Tree oluşturulur.</a:t>
            </a:r>
          </a:p>
          <a:p>
            <a:pPr algn="just">
              <a:lnSpc>
                <a:spcPts val="4465"/>
              </a:lnSpc>
              <a:spcBef>
                <a:spcPct val="0"/>
              </a:spcBef>
            </a:pPr>
            <a:r>
              <a:rPr lang="en-US" sz="3189" spc="-105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PostgreSQL'in B-Tree implementasyonu, Lehman-Yao algoritmasını temel alır ve eş zamanlı okuma/yazma işlemlerini yönetmek için özel kilitleme mekanizmaları kullanır.</a:t>
            </a:r>
          </a:p>
          <a:p>
            <a:pPr algn="just">
              <a:lnSpc>
                <a:spcPts val="4465"/>
              </a:lnSpc>
              <a:spcBef>
                <a:spcPct val="0"/>
              </a:spcBef>
            </a:pPr>
            <a:r>
              <a:rPr lang="en-US" sz="3189" spc="-105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PostgreSQL, MySQL'den farklı olarak Heap-based storage kullanır: tablonun veri satırları ayrı bir yapıda tutulur. B-Tree yaprak düğümleri, satırın fiziksel disk konumunu (TID: Tuple ID) işaret eder.</a:t>
            </a:r>
          </a:p>
          <a:p>
            <a:pPr algn="just">
              <a:lnSpc>
                <a:spcPts val="4465"/>
              </a:lnSpc>
              <a:spcBef>
                <a:spcPct val="0"/>
              </a:spcBef>
            </a:pPr>
            <a:r>
              <a:rPr lang="en-US" sz="3189" spc="-105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PostgreSQL, aynı zamanda GiST (Generalized Search Tree) ve GIN indeks türlerini de destekler; ancak bunlar da özünde B-Tree prensiplerinden türetilmiştir.</a:t>
            </a:r>
          </a:p>
          <a:p>
            <a:pPr algn="just">
              <a:lnSpc>
                <a:spcPts val="4465"/>
              </a:lnSpc>
              <a:spcBef>
                <a:spcPct val="0"/>
              </a:spcBef>
            </a:pPr>
            <a:r>
              <a:rPr lang="en-US" sz="3189" spc="-105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PostgreSQL'de B-Tree indeksleri LIKE operatörü ile bile çalışabilir, ancak yalnızca önek aramaları için (LIKE 'ali%').</a:t>
            </a:r>
          </a:p>
        </p:txBody>
      </p: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715770"/>
            <a:ext cx="16230600" cy="6760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19"/>
              </a:lnSpc>
              <a:spcBef>
                <a:spcPct val="0"/>
              </a:spcBef>
            </a:pPr>
            <a:r>
              <a:rPr lang="en-US" sz="4299" spc="-141">
                <a:solidFill>
                  <a:srgbClr val="CE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MongoDB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 spc="-112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MongoDB, ilişkisel bir veri tabanı olmasa da indeks yapısı olarak B-Tree kullanır. Depolama motoru olan WiredTiger, B-Tree indekslerini LSM-Tree (Log-Structured Merge Tree) ile birleşik bir mimaride kullanır.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 spc="-112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MongoDB'nin B-Tree implementasyonu, JSON belgelerindeki herhangi bir alana indeks oluşturmayı destekler; hatta iç içe geçmiş nesnelere ve dizilere bile indeks eklenebilir (Multi-key Index).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 spc="-112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WiredTiger, büyük koleksiyonlarda B-Tree düğümlerini sıkıştırarak diskte yer tasarrufu yapar. Bu özellik MongoDB'yi bellek verimliliği açısından öne çıkarır.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 spc="-112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MongoDB 4.4'ten itibaren Hidden Index özelliği eklenmiştir; bu, bir B-Tree indeksini sorgu planlamasından gizlemenizi ama silmemenizi sağlar. Test amaçlı kullanımda son derece yararlıdır.</a:t>
            </a:r>
          </a:p>
        </p:txBody>
      </p: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772072"/>
            <a:ext cx="16230600" cy="2171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14"/>
              </a:lnSpc>
              <a:spcBef>
                <a:spcPct val="0"/>
              </a:spcBef>
            </a:pPr>
            <a:r>
              <a:rPr lang="en-US" sz="3938" spc="-129">
                <a:solidFill>
                  <a:srgbClr val="CE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NTFS (Windows)</a:t>
            </a:r>
          </a:p>
          <a:p>
            <a:pPr algn="just">
              <a:lnSpc>
                <a:spcPts val="3974"/>
              </a:lnSpc>
              <a:spcBef>
                <a:spcPct val="0"/>
              </a:spcBef>
            </a:pPr>
            <a:r>
              <a:rPr lang="en-US" sz="2838" spc="-93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Microsoft'un NTFS dosya sistemi, Master File Table (MFT) adlı yapıyı kullanır. MFT içindeki dizinler, B ağacı benzeri bir yapıyla organize edilmiştir. Büyük dizinlerde dosya adları B ağacında saklanırken, küçük dizinler için doğrudan liste kullanılır. Bu hibrit yaklaşım hem bellek tasarrufu hem de hız açısından optimize edilmiştir.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238250"/>
            <a:ext cx="11401581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7200" spc="-237">
                <a:solidFill>
                  <a:srgbClr val="FFBD59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Dosya Sistemlerinde Kullanımı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226647"/>
            <a:ext cx="16230600" cy="1225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8"/>
              </a:lnSpc>
              <a:spcBef>
                <a:spcPct val="0"/>
              </a:spcBef>
            </a:pPr>
            <a:r>
              <a:rPr lang="en-US" sz="3520" spc="-116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Bir dosya sisteminin temel görevi, yüz milyonlarca dosya arasında herhangi birini milisaniyeler içinde bulmaktır; bu tam olarak B ağacının üstlendiği roldür.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553581"/>
            <a:ext cx="16230600" cy="2199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5"/>
              </a:lnSpc>
              <a:spcBef>
                <a:spcPct val="0"/>
              </a:spcBef>
            </a:pPr>
            <a:r>
              <a:rPr lang="en-US" sz="3939" spc="-130">
                <a:solidFill>
                  <a:srgbClr val="CE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HFS+ / APFS (macOS / iOS)</a:t>
            </a:r>
          </a:p>
          <a:p>
            <a:pPr algn="l">
              <a:lnSpc>
                <a:spcPts val="3976"/>
              </a:lnSpc>
              <a:spcBef>
                <a:spcPct val="0"/>
              </a:spcBef>
            </a:pPr>
            <a:r>
              <a:rPr lang="en-US" sz="2840" spc="-93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Apple'ın HFS+ dosya sistemi, dizin verilerini B-Tree'de saklarken, APFS (Apple File System) bu yaklaşımı B ağacı tabanlı Copy-on-Write mimarisiyle bir adım ileri taşımıştır. APFS'de her dosya sistemi nesnesi (inode, dizin, xattr) ayrı bir B-Tree içinde tutulur; bu yapı atomik anlık görüntü (snapshot) alma işlemini son derece verimli kılar.</a:t>
            </a:r>
          </a:p>
        </p:txBody>
      </p:sp>
    </p:spTree>
  </p:cSld>
  <p:clrMapOvr>
    <a:masterClrMapping/>
  </p:clrMapOvr>
  <p:transition spd="fast">
    <p:push dir="l"/>
  </p:transition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38250"/>
            <a:ext cx="15316302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7200" spc="-237">
                <a:solidFill>
                  <a:srgbClr val="1800AD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Arama Motorları ve Büyük Veri Sistemleri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226647"/>
            <a:ext cx="16230600" cy="2473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8"/>
              </a:lnSpc>
            </a:pPr>
            <a:r>
              <a:rPr lang="en-US" sz="3520" spc="-116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İnternet ölçeğindeki veri işleme sistemleri, B-Tree'yi farklı biçimlerde benimsemiştir. Bazı sistemler saf B-Tree kullanırken, bazıları B-Tree'yi LSM-Tree gibi yapılarla birleştirerek melez çözümler üretmiştir.</a:t>
            </a:r>
          </a:p>
          <a:p>
            <a:pPr algn="l">
              <a:lnSpc>
                <a:spcPts val="4928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057775"/>
            <a:ext cx="16230600" cy="2458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39"/>
              </a:lnSpc>
              <a:spcBef>
                <a:spcPct val="0"/>
              </a:spcBef>
            </a:pPr>
            <a:r>
              <a:rPr lang="en-US" sz="4099" spc="-135">
                <a:solidFill>
                  <a:srgbClr val="CE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Google Bigtable ve Spanner</a:t>
            </a: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 spc="-108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Google'ın temel altyapı taşlarından olan Bigtable ve Spanner, dahili olarak B-Tree varyantlarını kullanır. Spanner, küresel ölçekte dağıtık işlemler için B-Tree'yi Distributed B-Tree biçimine dönüştürmüştür; anahtar-değer depolamasında tutarlılık ve sıralama garantisi sunar.</a:t>
            </a:r>
          </a:p>
        </p:txBody>
      </p:sp>
    </p:spTree>
  </p:cSld>
  <p:clrMapOvr>
    <a:masterClrMapping/>
  </p:clrMapOvr>
  <p:transition spd="fast">
    <p:push dir="l"/>
  </p:transition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28725"/>
            <a:ext cx="15131637" cy="880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1"/>
              </a:lnSpc>
            </a:pPr>
            <a:r>
              <a:rPr lang="en-US" sz="7113" spc="-234">
                <a:solidFill>
                  <a:srgbClr val="FF751F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Günlük Hayattan: Hastane Arşiv Sistemi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413726"/>
            <a:ext cx="16230600" cy="1170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 spc="-112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Yüz binlerce hasta kaydının tutulduğu fiziksel bir arşiv odası düşünün. Arşiv görevlisi bir hasta dosyasını saniyeler içinde bulabilmelidir.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64098" y="3879941"/>
            <a:ext cx="14795202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spc="-99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Ana bölme dolabı: Dosyalar alfabetik harflere göre büyük bölmelere ayrılmıştır. A–F, G–M, N–S, T–Z. Bu, B-Tree'nin kök düğümüdür. Sadece 4 kapı, sadece 4 okuma.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31416" y="5156291"/>
            <a:ext cx="14827884" cy="1082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71"/>
              </a:lnSpc>
              <a:spcBef>
                <a:spcPct val="0"/>
              </a:spcBef>
            </a:pPr>
            <a:r>
              <a:rPr lang="en-US" sz="3122" spc="-103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Alt bölmeler: Her büyük bölme içinde, soyadının ilk iki harfine göre alt çekmeceler bulunur. AL, AN, AR, AY gibi. Bu, B-Tree'nin ara düğümleridir. Yine sadece birkaç seçenek.</a:t>
            </a:r>
          </a:p>
        </p:txBody>
      </p:sp>
      <p:grpSp>
        <p:nvGrpSpPr>
          <p:cNvPr name="Group 6" id="6"/>
          <p:cNvGrpSpPr/>
          <p:nvPr/>
        </p:nvGrpSpPr>
        <p:grpSpPr>
          <a:xfrm rot="5400000">
            <a:off x="1056675" y="3772949"/>
            <a:ext cx="945202" cy="1337935"/>
            <a:chOff x="0" y="0"/>
            <a:chExt cx="5935179" cy="84012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0160" y="16510"/>
              <a:ext cx="5912319" cy="8373317"/>
            </a:xfrm>
            <a:custGeom>
              <a:avLst/>
              <a:gdLst/>
              <a:ahLst/>
              <a:cxnLst/>
              <a:rect r="r" b="b" t="t" l="l"/>
              <a:pathLst>
                <a:path h="8373317" w="5912319">
                  <a:moveTo>
                    <a:pt x="5912319" y="8373317"/>
                  </a:moveTo>
                  <a:lnTo>
                    <a:pt x="0" y="8365697"/>
                  </a:lnTo>
                  <a:lnTo>
                    <a:pt x="0" y="2917312"/>
                  </a:lnTo>
                  <a:lnTo>
                    <a:pt x="17780" y="19050"/>
                  </a:lnTo>
                  <a:lnTo>
                    <a:pt x="2946280" y="0"/>
                  </a:lnTo>
                  <a:lnTo>
                    <a:pt x="5893269" y="5080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-215" y="0"/>
              <a:ext cx="5936664" cy="8399281"/>
            </a:xfrm>
            <a:custGeom>
              <a:avLst/>
              <a:gdLst/>
              <a:ahLst/>
              <a:cxnLst/>
              <a:rect r="r" b="b" t="t" l="l"/>
              <a:pathLst>
                <a:path h="8399281" w="5936664">
                  <a:moveTo>
                    <a:pt x="5903644" y="21590"/>
                  </a:moveTo>
                  <a:cubicBezTo>
                    <a:pt x="5904914" y="34290"/>
                    <a:pt x="5904914" y="44450"/>
                    <a:pt x="5906184" y="54610"/>
                  </a:cubicBezTo>
                  <a:cubicBezTo>
                    <a:pt x="5908724" y="192364"/>
                    <a:pt x="5909994" y="377776"/>
                    <a:pt x="5912534" y="556567"/>
                  </a:cubicBezTo>
                  <a:cubicBezTo>
                    <a:pt x="5912534" y="814820"/>
                    <a:pt x="5925234" y="5907046"/>
                    <a:pt x="5931584" y="6165299"/>
                  </a:cubicBezTo>
                  <a:cubicBezTo>
                    <a:pt x="5937934" y="6555990"/>
                    <a:pt x="5934124" y="6953303"/>
                    <a:pt x="5934124" y="7343994"/>
                  </a:cubicBezTo>
                  <a:cubicBezTo>
                    <a:pt x="5934124" y="7688331"/>
                    <a:pt x="5935394" y="8006181"/>
                    <a:pt x="5936664" y="8339027"/>
                  </a:cubicBezTo>
                  <a:cubicBezTo>
                    <a:pt x="5936664" y="8360617"/>
                    <a:pt x="5936664" y="8374586"/>
                    <a:pt x="5936664" y="8398717"/>
                  </a:cubicBezTo>
                  <a:cubicBezTo>
                    <a:pt x="5913804" y="8398717"/>
                    <a:pt x="5893484" y="8399986"/>
                    <a:pt x="5859454" y="8398717"/>
                  </a:cubicBezTo>
                  <a:cubicBezTo>
                    <a:pt x="5559005" y="8393636"/>
                    <a:pt x="5253933" y="8399986"/>
                    <a:pt x="4953485" y="8394907"/>
                  </a:cubicBezTo>
                  <a:cubicBezTo>
                    <a:pt x="4773215" y="8391097"/>
                    <a:pt x="4597568" y="8393636"/>
                    <a:pt x="4417299" y="8391097"/>
                  </a:cubicBezTo>
                  <a:cubicBezTo>
                    <a:pt x="4334098" y="8389827"/>
                    <a:pt x="4250897" y="8388557"/>
                    <a:pt x="4167695" y="8387286"/>
                  </a:cubicBezTo>
                  <a:cubicBezTo>
                    <a:pt x="4116850" y="8387286"/>
                    <a:pt x="4070627" y="8388557"/>
                    <a:pt x="4019782" y="8388557"/>
                  </a:cubicBezTo>
                  <a:cubicBezTo>
                    <a:pt x="3890358" y="8387286"/>
                    <a:pt x="3534441" y="8388557"/>
                    <a:pt x="3405017" y="8387286"/>
                  </a:cubicBezTo>
                  <a:cubicBezTo>
                    <a:pt x="3312571" y="8386017"/>
                    <a:pt x="1463655" y="8394907"/>
                    <a:pt x="1371209" y="8393636"/>
                  </a:cubicBezTo>
                  <a:cubicBezTo>
                    <a:pt x="1348098" y="8393636"/>
                    <a:pt x="1320364" y="8394907"/>
                    <a:pt x="1297253" y="8394907"/>
                  </a:cubicBezTo>
                  <a:cubicBezTo>
                    <a:pt x="1241785" y="8394907"/>
                    <a:pt x="1190940" y="8396177"/>
                    <a:pt x="1135472" y="8396177"/>
                  </a:cubicBezTo>
                  <a:cubicBezTo>
                    <a:pt x="996804" y="8396177"/>
                    <a:pt x="862757" y="8394907"/>
                    <a:pt x="724089" y="8393636"/>
                  </a:cubicBezTo>
                  <a:cubicBezTo>
                    <a:pt x="640887" y="8392367"/>
                    <a:pt x="557686" y="8391097"/>
                    <a:pt x="479107" y="8389827"/>
                  </a:cubicBezTo>
                  <a:cubicBezTo>
                    <a:pt x="331194" y="8388557"/>
                    <a:pt x="183280" y="8387286"/>
                    <a:pt x="44665" y="8387286"/>
                  </a:cubicBezTo>
                  <a:cubicBezTo>
                    <a:pt x="34505" y="8387286"/>
                    <a:pt x="25615" y="8387286"/>
                    <a:pt x="15455" y="8386017"/>
                  </a:cubicBezTo>
                  <a:cubicBezTo>
                    <a:pt x="6565" y="8384747"/>
                    <a:pt x="1485" y="8378397"/>
                    <a:pt x="4025" y="8369507"/>
                  </a:cubicBezTo>
                  <a:cubicBezTo>
                    <a:pt x="12915" y="8337276"/>
                    <a:pt x="9105" y="8171729"/>
                    <a:pt x="7835" y="7999560"/>
                  </a:cubicBezTo>
                  <a:cubicBezTo>
                    <a:pt x="6565" y="7648601"/>
                    <a:pt x="2755" y="7304262"/>
                    <a:pt x="4025" y="6953303"/>
                  </a:cubicBezTo>
                  <a:cubicBezTo>
                    <a:pt x="1485" y="6516259"/>
                    <a:pt x="-3595" y="1106183"/>
                    <a:pt x="4025" y="662517"/>
                  </a:cubicBezTo>
                  <a:cubicBezTo>
                    <a:pt x="5295" y="576432"/>
                    <a:pt x="4025" y="483726"/>
                    <a:pt x="5295" y="397642"/>
                  </a:cubicBezTo>
                  <a:cubicBezTo>
                    <a:pt x="6565" y="258582"/>
                    <a:pt x="9105" y="106279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7723" y="30480"/>
                    <a:pt x="141680" y="29210"/>
                  </a:cubicBezTo>
                  <a:cubicBezTo>
                    <a:pt x="266482" y="25400"/>
                    <a:pt x="391284" y="22860"/>
                    <a:pt x="520708" y="20320"/>
                  </a:cubicBezTo>
                  <a:cubicBezTo>
                    <a:pt x="608531" y="17780"/>
                    <a:pt x="696355" y="16510"/>
                    <a:pt x="779556" y="13970"/>
                  </a:cubicBezTo>
                  <a:cubicBezTo>
                    <a:pt x="862757" y="11430"/>
                    <a:pt x="950581" y="8890"/>
                    <a:pt x="1033782" y="8890"/>
                  </a:cubicBezTo>
                  <a:cubicBezTo>
                    <a:pt x="1126228" y="7620"/>
                    <a:pt x="1218674" y="10160"/>
                    <a:pt x="1311120" y="8890"/>
                  </a:cubicBezTo>
                  <a:cubicBezTo>
                    <a:pt x="1426677" y="8890"/>
                    <a:pt x="3520575" y="6350"/>
                    <a:pt x="3636132" y="5080"/>
                  </a:cubicBezTo>
                  <a:cubicBezTo>
                    <a:pt x="3747067" y="3810"/>
                    <a:pt x="3858002" y="2540"/>
                    <a:pt x="3973559" y="2540"/>
                  </a:cubicBezTo>
                  <a:cubicBezTo>
                    <a:pt x="4163073" y="1270"/>
                    <a:pt x="4347965" y="0"/>
                    <a:pt x="4537479" y="0"/>
                  </a:cubicBezTo>
                  <a:cubicBezTo>
                    <a:pt x="4616058" y="0"/>
                    <a:pt x="4699259" y="2540"/>
                    <a:pt x="4777838" y="2540"/>
                  </a:cubicBezTo>
                  <a:cubicBezTo>
                    <a:pt x="4995085" y="3810"/>
                    <a:pt x="5216955" y="5080"/>
                    <a:pt x="5434203" y="7620"/>
                  </a:cubicBezTo>
                  <a:cubicBezTo>
                    <a:pt x="5549760" y="8890"/>
                    <a:pt x="5665318" y="12700"/>
                    <a:pt x="5780875" y="16510"/>
                  </a:cubicBezTo>
                  <a:cubicBezTo>
                    <a:pt x="5808609" y="16510"/>
                    <a:pt x="5836342" y="16510"/>
                    <a:pt x="5859454" y="16510"/>
                  </a:cubicBezTo>
                  <a:cubicBezTo>
                    <a:pt x="5884594" y="17780"/>
                    <a:pt x="5893484" y="20320"/>
                    <a:pt x="5903644" y="21590"/>
                  </a:cubicBezTo>
                  <a:close/>
                  <a:moveTo>
                    <a:pt x="5913804" y="8382207"/>
                  </a:moveTo>
                  <a:cubicBezTo>
                    <a:pt x="5915075" y="8365697"/>
                    <a:pt x="5916344" y="8352997"/>
                    <a:pt x="5916344" y="8340297"/>
                  </a:cubicBezTo>
                  <a:cubicBezTo>
                    <a:pt x="5915075" y="7973072"/>
                    <a:pt x="5913804" y="7622113"/>
                    <a:pt x="5913804" y="7244666"/>
                  </a:cubicBezTo>
                  <a:cubicBezTo>
                    <a:pt x="5913804" y="7072497"/>
                    <a:pt x="5916344" y="6900328"/>
                    <a:pt x="5915075" y="6728159"/>
                  </a:cubicBezTo>
                  <a:cubicBezTo>
                    <a:pt x="5915075" y="6569234"/>
                    <a:pt x="5913804" y="6403687"/>
                    <a:pt x="5912534" y="6244762"/>
                  </a:cubicBezTo>
                  <a:cubicBezTo>
                    <a:pt x="5907454" y="5999752"/>
                    <a:pt x="5896025" y="927392"/>
                    <a:pt x="5896025" y="682383"/>
                  </a:cubicBezTo>
                  <a:cubicBezTo>
                    <a:pt x="5893484" y="477104"/>
                    <a:pt x="5890944" y="265204"/>
                    <a:pt x="5888404" y="63500"/>
                  </a:cubicBezTo>
                  <a:cubicBezTo>
                    <a:pt x="5887134" y="44450"/>
                    <a:pt x="5885864" y="43180"/>
                    <a:pt x="5845587" y="41910"/>
                  </a:cubicBezTo>
                  <a:cubicBezTo>
                    <a:pt x="5831720" y="41910"/>
                    <a:pt x="5822476" y="41910"/>
                    <a:pt x="5808609" y="40640"/>
                  </a:cubicBezTo>
                  <a:cubicBezTo>
                    <a:pt x="5693052" y="36830"/>
                    <a:pt x="5572872" y="31750"/>
                    <a:pt x="5457314" y="30480"/>
                  </a:cubicBezTo>
                  <a:cubicBezTo>
                    <a:pt x="5175355" y="26670"/>
                    <a:pt x="4888773" y="25400"/>
                    <a:pt x="4606813" y="22860"/>
                  </a:cubicBezTo>
                  <a:cubicBezTo>
                    <a:pt x="4565213" y="22860"/>
                    <a:pt x="4518990" y="22860"/>
                    <a:pt x="4477389" y="22860"/>
                  </a:cubicBezTo>
                  <a:cubicBezTo>
                    <a:pt x="4408054" y="22860"/>
                    <a:pt x="4338720" y="22860"/>
                    <a:pt x="4274008" y="22860"/>
                  </a:cubicBezTo>
                  <a:cubicBezTo>
                    <a:pt x="4126095" y="22860"/>
                    <a:pt x="3978181" y="22860"/>
                    <a:pt x="3834891" y="24130"/>
                  </a:cubicBezTo>
                  <a:cubicBezTo>
                    <a:pt x="3710089" y="25400"/>
                    <a:pt x="1606946" y="29210"/>
                    <a:pt x="1482144" y="29210"/>
                  </a:cubicBezTo>
                  <a:cubicBezTo>
                    <a:pt x="1278764" y="29210"/>
                    <a:pt x="1075383" y="26670"/>
                    <a:pt x="872002" y="33020"/>
                  </a:cubicBezTo>
                  <a:cubicBezTo>
                    <a:pt x="765689" y="36830"/>
                    <a:pt x="663999" y="36830"/>
                    <a:pt x="562308" y="38100"/>
                  </a:cubicBezTo>
                  <a:cubicBezTo>
                    <a:pt x="386661" y="41910"/>
                    <a:pt x="211014" y="45720"/>
                    <a:pt x="45935" y="50800"/>
                  </a:cubicBezTo>
                  <a:cubicBezTo>
                    <a:pt x="33235" y="50800"/>
                    <a:pt x="30695" y="53340"/>
                    <a:pt x="29425" y="86413"/>
                  </a:cubicBezTo>
                  <a:cubicBezTo>
                    <a:pt x="28155" y="205607"/>
                    <a:pt x="28155" y="324801"/>
                    <a:pt x="26885" y="443995"/>
                  </a:cubicBezTo>
                  <a:cubicBezTo>
                    <a:pt x="25615" y="642651"/>
                    <a:pt x="23075" y="834686"/>
                    <a:pt x="21805" y="1033342"/>
                  </a:cubicBezTo>
                  <a:cubicBezTo>
                    <a:pt x="16725" y="1245242"/>
                    <a:pt x="23075" y="6423552"/>
                    <a:pt x="25615" y="6635452"/>
                  </a:cubicBezTo>
                  <a:cubicBezTo>
                    <a:pt x="25615" y="6860597"/>
                    <a:pt x="25615" y="7092362"/>
                    <a:pt x="26885" y="7317506"/>
                  </a:cubicBezTo>
                  <a:cubicBezTo>
                    <a:pt x="26885" y="7483053"/>
                    <a:pt x="29425" y="7648601"/>
                    <a:pt x="29425" y="7814147"/>
                  </a:cubicBezTo>
                  <a:cubicBezTo>
                    <a:pt x="29425" y="7992938"/>
                    <a:pt x="29425" y="8171729"/>
                    <a:pt x="28155" y="8340297"/>
                  </a:cubicBezTo>
                  <a:cubicBezTo>
                    <a:pt x="28155" y="8344107"/>
                    <a:pt x="28155" y="8346647"/>
                    <a:pt x="28155" y="8350457"/>
                  </a:cubicBezTo>
                  <a:cubicBezTo>
                    <a:pt x="28155" y="8360617"/>
                    <a:pt x="31965" y="8364427"/>
                    <a:pt x="40855" y="8364427"/>
                  </a:cubicBezTo>
                  <a:cubicBezTo>
                    <a:pt x="76968" y="8364427"/>
                    <a:pt x="141680" y="8365697"/>
                    <a:pt x="201770" y="8365697"/>
                  </a:cubicBezTo>
                  <a:cubicBezTo>
                    <a:pt x="289593" y="8365697"/>
                    <a:pt x="382039" y="8363157"/>
                    <a:pt x="469863" y="8365697"/>
                  </a:cubicBezTo>
                  <a:cubicBezTo>
                    <a:pt x="613154" y="8369507"/>
                    <a:pt x="756445" y="8372047"/>
                    <a:pt x="899736" y="8370777"/>
                  </a:cubicBezTo>
                  <a:cubicBezTo>
                    <a:pt x="992181" y="8369507"/>
                    <a:pt x="1080005" y="8372047"/>
                    <a:pt x="1172451" y="8372047"/>
                  </a:cubicBezTo>
                  <a:cubicBezTo>
                    <a:pt x="1306497" y="8372047"/>
                    <a:pt x="1440544" y="8370777"/>
                    <a:pt x="1574590" y="8372047"/>
                  </a:cubicBezTo>
                  <a:cubicBezTo>
                    <a:pt x="1773349" y="8373317"/>
                    <a:pt x="3955070" y="8363157"/>
                    <a:pt x="4158451" y="8365697"/>
                  </a:cubicBezTo>
                  <a:cubicBezTo>
                    <a:pt x="4246274" y="8366967"/>
                    <a:pt x="4334098" y="8368236"/>
                    <a:pt x="4417299" y="8368236"/>
                  </a:cubicBezTo>
                  <a:cubicBezTo>
                    <a:pt x="4569835" y="8370777"/>
                    <a:pt x="4717748" y="8366967"/>
                    <a:pt x="4870284" y="8370777"/>
                  </a:cubicBezTo>
                  <a:cubicBezTo>
                    <a:pt x="4995085" y="8373317"/>
                    <a:pt x="5119887" y="8373317"/>
                    <a:pt x="5244689" y="8375857"/>
                  </a:cubicBezTo>
                  <a:cubicBezTo>
                    <a:pt x="5429581" y="8379667"/>
                    <a:pt x="5614472" y="8382207"/>
                    <a:pt x="5799364" y="8383477"/>
                  </a:cubicBezTo>
                  <a:cubicBezTo>
                    <a:pt x="5868699" y="8383477"/>
                    <a:pt x="5893484" y="8382207"/>
                    <a:pt x="5913804" y="8382207"/>
                  </a:cubicBezTo>
                  <a:close/>
                </a:path>
              </a:pathLst>
            </a:custGeom>
            <a:solidFill>
              <a:srgbClr val="9D999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944504" y="4301141"/>
            <a:ext cx="1169544" cy="36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1"/>
              </a:lnSpc>
            </a:pPr>
            <a:r>
              <a:rPr lang="en-US" sz="2979" spc="-98">
                <a:solidFill>
                  <a:srgbClr val="FFFBEB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KAT  1</a:t>
            </a:r>
          </a:p>
        </p:txBody>
      </p:sp>
      <p:grpSp>
        <p:nvGrpSpPr>
          <p:cNvPr name="Group 10" id="10"/>
          <p:cNvGrpSpPr/>
          <p:nvPr/>
        </p:nvGrpSpPr>
        <p:grpSpPr>
          <a:xfrm rot="5400000">
            <a:off x="1056675" y="5022950"/>
            <a:ext cx="945202" cy="1337935"/>
            <a:chOff x="0" y="0"/>
            <a:chExt cx="5935179" cy="84012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0160" y="16510"/>
              <a:ext cx="5912319" cy="8373317"/>
            </a:xfrm>
            <a:custGeom>
              <a:avLst/>
              <a:gdLst/>
              <a:ahLst/>
              <a:cxnLst/>
              <a:rect r="r" b="b" t="t" l="l"/>
              <a:pathLst>
                <a:path h="8373317" w="5912319">
                  <a:moveTo>
                    <a:pt x="5912319" y="8373317"/>
                  </a:moveTo>
                  <a:lnTo>
                    <a:pt x="0" y="8365697"/>
                  </a:lnTo>
                  <a:lnTo>
                    <a:pt x="0" y="2917312"/>
                  </a:lnTo>
                  <a:lnTo>
                    <a:pt x="17780" y="19050"/>
                  </a:lnTo>
                  <a:lnTo>
                    <a:pt x="2946280" y="0"/>
                  </a:lnTo>
                  <a:lnTo>
                    <a:pt x="5893269" y="5080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-215" y="0"/>
              <a:ext cx="5936664" cy="8399281"/>
            </a:xfrm>
            <a:custGeom>
              <a:avLst/>
              <a:gdLst/>
              <a:ahLst/>
              <a:cxnLst/>
              <a:rect r="r" b="b" t="t" l="l"/>
              <a:pathLst>
                <a:path h="8399281" w="5936664">
                  <a:moveTo>
                    <a:pt x="5903644" y="21590"/>
                  </a:moveTo>
                  <a:cubicBezTo>
                    <a:pt x="5904914" y="34290"/>
                    <a:pt x="5904914" y="44450"/>
                    <a:pt x="5906184" y="54610"/>
                  </a:cubicBezTo>
                  <a:cubicBezTo>
                    <a:pt x="5908724" y="192364"/>
                    <a:pt x="5909994" y="377776"/>
                    <a:pt x="5912534" y="556567"/>
                  </a:cubicBezTo>
                  <a:cubicBezTo>
                    <a:pt x="5912534" y="814820"/>
                    <a:pt x="5925234" y="5907046"/>
                    <a:pt x="5931584" y="6165299"/>
                  </a:cubicBezTo>
                  <a:cubicBezTo>
                    <a:pt x="5937934" y="6555990"/>
                    <a:pt x="5934124" y="6953303"/>
                    <a:pt x="5934124" y="7343994"/>
                  </a:cubicBezTo>
                  <a:cubicBezTo>
                    <a:pt x="5934124" y="7688331"/>
                    <a:pt x="5935394" y="8006181"/>
                    <a:pt x="5936664" y="8339027"/>
                  </a:cubicBezTo>
                  <a:cubicBezTo>
                    <a:pt x="5936664" y="8360617"/>
                    <a:pt x="5936664" y="8374586"/>
                    <a:pt x="5936664" y="8398717"/>
                  </a:cubicBezTo>
                  <a:cubicBezTo>
                    <a:pt x="5913804" y="8398717"/>
                    <a:pt x="5893484" y="8399986"/>
                    <a:pt x="5859454" y="8398717"/>
                  </a:cubicBezTo>
                  <a:cubicBezTo>
                    <a:pt x="5559005" y="8393636"/>
                    <a:pt x="5253933" y="8399986"/>
                    <a:pt x="4953485" y="8394907"/>
                  </a:cubicBezTo>
                  <a:cubicBezTo>
                    <a:pt x="4773215" y="8391097"/>
                    <a:pt x="4597568" y="8393636"/>
                    <a:pt x="4417299" y="8391097"/>
                  </a:cubicBezTo>
                  <a:cubicBezTo>
                    <a:pt x="4334098" y="8389827"/>
                    <a:pt x="4250897" y="8388557"/>
                    <a:pt x="4167695" y="8387286"/>
                  </a:cubicBezTo>
                  <a:cubicBezTo>
                    <a:pt x="4116850" y="8387286"/>
                    <a:pt x="4070627" y="8388557"/>
                    <a:pt x="4019782" y="8388557"/>
                  </a:cubicBezTo>
                  <a:cubicBezTo>
                    <a:pt x="3890358" y="8387286"/>
                    <a:pt x="3534441" y="8388557"/>
                    <a:pt x="3405017" y="8387286"/>
                  </a:cubicBezTo>
                  <a:cubicBezTo>
                    <a:pt x="3312571" y="8386017"/>
                    <a:pt x="1463655" y="8394907"/>
                    <a:pt x="1371209" y="8393636"/>
                  </a:cubicBezTo>
                  <a:cubicBezTo>
                    <a:pt x="1348098" y="8393636"/>
                    <a:pt x="1320364" y="8394907"/>
                    <a:pt x="1297253" y="8394907"/>
                  </a:cubicBezTo>
                  <a:cubicBezTo>
                    <a:pt x="1241785" y="8394907"/>
                    <a:pt x="1190940" y="8396177"/>
                    <a:pt x="1135472" y="8396177"/>
                  </a:cubicBezTo>
                  <a:cubicBezTo>
                    <a:pt x="996804" y="8396177"/>
                    <a:pt x="862757" y="8394907"/>
                    <a:pt x="724089" y="8393636"/>
                  </a:cubicBezTo>
                  <a:cubicBezTo>
                    <a:pt x="640887" y="8392367"/>
                    <a:pt x="557686" y="8391097"/>
                    <a:pt x="479107" y="8389827"/>
                  </a:cubicBezTo>
                  <a:cubicBezTo>
                    <a:pt x="331194" y="8388557"/>
                    <a:pt x="183280" y="8387286"/>
                    <a:pt x="44665" y="8387286"/>
                  </a:cubicBezTo>
                  <a:cubicBezTo>
                    <a:pt x="34505" y="8387286"/>
                    <a:pt x="25615" y="8387286"/>
                    <a:pt x="15455" y="8386017"/>
                  </a:cubicBezTo>
                  <a:cubicBezTo>
                    <a:pt x="6565" y="8384747"/>
                    <a:pt x="1485" y="8378397"/>
                    <a:pt x="4025" y="8369507"/>
                  </a:cubicBezTo>
                  <a:cubicBezTo>
                    <a:pt x="12915" y="8337276"/>
                    <a:pt x="9105" y="8171729"/>
                    <a:pt x="7835" y="7999560"/>
                  </a:cubicBezTo>
                  <a:cubicBezTo>
                    <a:pt x="6565" y="7648601"/>
                    <a:pt x="2755" y="7304262"/>
                    <a:pt x="4025" y="6953303"/>
                  </a:cubicBezTo>
                  <a:cubicBezTo>
                    <a:pt x="1485" y="6516259"/>
                    <a:pt x="-3595" y="1106183"/>
                    <a:pt x="4025" y="662517"/>
                  </a:cubicBezTo>
                  <a:cubicBezTo>
                    <a:pt x="5295" y="576432"/>
                    <a:pt x="4025" y="483726"/>
                    <a:pt x="5295" y="397642"/>
                  </a:cubicBezTo>
                  <a:cubicBezTo>
                    <a:pt x="6565" y="258582"/>
                    <a:pt x="9105" y="106279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7723" y="30480"/>
                    <a:pt x="141680" y="29210"/>
                  </a:cubicBezTo>
                  <a:cubicBezTo>
                    <a:pt x="266482" y="25400"/>
                    <a:pt x="391284" y="22860"/>
                    <a:pt x="520708" y="20320"/>
                  </a:cubicBezTo>
                  <a:cubicBezTo>
                    <a:pt x="608531" y="17780"/>
                    <a:pt x="696355" y="16510"/>
                    <a:pt x="779556" y="13970"/>
                  </a:cubicBezTo>
                  <a:cubicBezTo>
                    <a:pt x="862757" y="11430"/>
                    <a:pt x="950581" y="8890"/>
                    <a:pt x="1033782" y="8890"/>
                  </a:cubicBezTo>
                  <a:cubicBezTo>
                    <a:pt x="1126228" y="7620"/>
                    <a:pt x="1218674" y="10160"/>
                    <a:pt x="1311120" y="8890"/>
                  </a:cubicBezTo>
                  <a:cubicBezTo>
                    <a:pt x="1426677" y="8890"/>
                    <a:pt x="3520575" y="6350"/>
                    <a:pt x="3636132" y="5080"/>
                  </a:cubicBezTo>
                  <a:cubicBezTo>
                    <a:pt x="3747067" y="3810"/>
                    <a:pt x="3858002" y="2540"/>
                    <a:pt x="3973559" y="2540"/>
                  </a:cubicBezTo>
                  <a:cubicBezTo>
                    <a:pt x="4163073" y="1270"/>
                    <a:pt x="4347965" y="0"/>
                    <a:pt x="4537479" y="0"/>
                  </a:cubicBezTo>
                  <a:cubicBezTo>
                    <a:pt x="4616058" y="0"/>
                    <a:pt x="4699259" y="2540"/>
                    <a:pt x="4777838" y="2540"/>
                  </a:cubicBezTo>
                  <a:cubicBezTo>
                    <a:pt x="4995085" y="3810"/>
                    <a:pt x="5216955" y="5080"/>
                    <a:pt x="5434203" y="7620"/>
                  </a:cubicBezTo>
                  <a:cubicBezTo>
                    <a:pt x="5549760" y="8890"/>
                    <a:pt x="5665318" y="12700"/>
                    <a:pt x="5780875" y="16510"/>
                  </a:cubicBezTo>
                  <a:cubicBezTo>
                    <a:pt x="5808609" y="16510"/>
                    <a:pt x="5836342" y="16510"/>
                    <a:pt x="5859454" y="16510"/>
                  </a:cubicBezTo>
                  <a:cubicBezTo>
                    <a:pt x="5884594" y="17780"/>
                    <a:pt x="5893484" y="20320"/>
                    <a:pt x="5903644" y="21590"/>
                  </a:cubicBezTo>
                  <a:close/>
                  <a:moveTo>
                    <a:pt x="5913804" y="8382207"/>
                  </a:moveTo>
                  <a:cubicBezTo>
                    <a:pt x="5915075" y="8365697"/>
                    <a:pt x="5916344" y="8352997"/>
                    <a:pt x="5916344" y="8340297"/>
                  </a:cubicBezTo>
                  <a:cubicBezTo>
                    <a:pt x="5915075" y="7973072"/>
                    <a:pt x="5913804" y="7622113"/>
                    <a:pt x="5913804" y="7244666"/>
                  </a:cubicBezTo>
                  <a:cubicBezTo>
                    <a:pt x="5913804" y="7072497"/>
                    <a:pt x="5916344" y="6900328"/>
                    <a:pt x="5915075" y="6728159"/>
                  </a:cubicBezTo>
                  <a:cubicBezTo>
                    <a:pt x="5915075" y="6569234"/>
                    <a:pt x="5913804" y="6403687"/>
                    <a:pt x="5912534" y="6244762"/>
                  </a:cubicBezTo>
                  <a:cubicBezTo>
                    <a:pt x="5907454" y="5999752"/>
                    <a:pt x="5896025" y="927392"/>
                    <a:pt x="5896025" y="682383"/>
                  </a:cubicBezTo>
                  <a:cubicBezTo>
                    <a:pt x="5893484" y="477104"/>
                    <a:pt x="5890944" y="265204"/>
                    <a:pt x="5888404" y="63500"/>
                  </a:cubicBezTo>
                  <a:cubicBezTo>
                    <a:pt x="5887134" y="44450"/>
                    <a:pt x="5885864" y="43180"/>
                    <a:pt x="5845587" y="41910"/>
                  </a:cubicBezTo>
                  <a:cubicBezTo>
                    <a:pt x="5831720" y="41910"/>
                    <a:pt x="5822476" y="41910"/>
                    <a:pt x="5808609" y="40640"/>
                  </a:cubicBezTo>
                  <a:cubicBezTo>
                    <a:pt x="5693052" y="36830"/>
                    <a:pt x="5572872" y="31750"/>
                    <a:pt x="5457314" y="30480"/>
                  </a:cubicBezTo>
                  <a:cubicBezTo>
                    <a:pt x="5175355" y="26670"/>
                    <a:pt x="4888773" y="25400"/>
                    <a:pt x="4606813" y="22860"/>
                  </a:cubicBezTo>
                  <a:cubicBezTo>
                    <a:pt x="4565213" y="22860"/>
                    <a:pt x="4518990" y="22860"/>
                    <a:pt x="4477389" y="22860"/>
                  </a:cubicBezTo>
                  <a:cubicBezTo>
                    <a:pt x="4408054" y="22860"/>
                    <a:pt x="4338720" y="22860"/>
                    <a:pt x="4274008" y="22860"/>
                  </a:cubicBezTo>
                  <a:cubicBezTo>
                    <a:pt x="4126095" y="22860"/>
                    <a:pt x="3978181" y="22860"/>
                    <a:pt x="3834891" y="24130"/>
                  </a:cubicBezTo>
                  <a:cubicBezTo>
                    <a:pt x="3710089" y="25400"/>
                    <a:pt x="1606946" y="29210"/>
                    <a:pt x="1482144" y="29210"/>
                  </a:cubicBezTo>
                  <a:cubicBezTo>
                    <a:pt x="1278764" y="29210"/>
                    <a:pt x="1075383" y="26670"/>
                    <a:pt x="872002" y="33020"/>
                  </a:cubicBezTo>
                  <a:cubicBezTo>
                    <a:pt x="765689" y="36830"/>
                    <a:pt x="663999" y="36830"/>
                    <a:pt x="562308" y="38100"/>
                  </a:cubicBezTo>
                  <a:cubicBezTo>
                    <a:pt x="386661" y="41910"/>
                    <a:pt x="211014" y="45720"/>
                    <a:pt x="45935" y="50800"/>
                  </a:cubicBezTo>
                  <a:cubicBezTo>
                    <a:pt x="33235" y="50800"/>
                    <a:pt x="30695" y="53340"/>
                    <a:pt x="29425" y="86413"/>
                  </a:cubicBezTo>
                  <a:cubicBezTo>
                    <a:pt x="28155" y="205607"/>
                    <a:pt x="28155" y="324801"/>
                    <a:pt x="26885" y="443995"/>
                  </a:cubicBezTo>
                  <a:cubicBezTo>
                    <a:pt x="25615" y="642651"/>
                    <a:pt x="23075" y="834686"/>
                    <a:pt x="21805" y="1033342"/>
                  </a:cubicBezTo>
                  <a:cubicBezTo>
                    <a:pt x="16725" y="1245242"/>
                    <a:pt x="23075" y="6423552"/>
                    <a:pt x="25615" y="6635452"/>
                  </a:cubicBezTo>
                  <a:cubicBezTo>
                    <a:pt x="25615" y="6860597"/>
                    <a:pt x="25615" y="7092362"/>
                    <a:pt x="26885" y="7317506"/>
                  </a:cubicBezTo>
                  <a:cubicBezTo>
                    <a:pt x="26885" y="7483053"/>
                    <a:pt x="29425" y="7648601"/>
                    <a:pt x="29425" y="7814147"/>
                  </a:cubicBezTo>
                  <a:cubicBezTo>
                    <a:pt x="29425" y="7992938"/>
                    <a:pt x="29425" y="8171729"/>
                    <a:pt x="28155" y="8340297"/>
                  </a:cubicBezTo>
                  <a:cubicBezTo>
                    <a:pt x="28155" y="8344107"/>
                    <a:pt x="28155" y="8346647"/>
                    <a:pt x="28155" y="8350457"/>
                  </a:cubicBezTo>
                  <a:cubicBezTo>
                    <a:pt x="28155" y="8360617"/>
                    <a:pt x="31965" y="8364427"/>
                    <a:pt x="40855" y="8364427"/>
                  </a:cubicBezTo>
                  <a:cubicBezTo>
                    <a:pt x="76968" y="8364427"/>
                    <a:pt x="141680" y="8365697"/>
                    <a:pt x="201770" y="8365697"/>
                  </a:cubicBezTo>
                  <a:cubicBezTo>
                    <a:pt x="289593" y="8365697"/>
                    <a:pt x="382039" y="8363157"/>
                    <a:pt x="469863" y="8365697"/>
                  </a:cubicBezTo>
                  <a:cubicBezTo>
                    <a:pt x="613154" y="8369507"/>
                    <a:pt x="756445" y="8372047"/>
                    <a:pt x="899736" y="8370777"/>
                  </a:cubicBezTo>
                  <a:cubicBezTo>
                    <a:pt x="992181" y="8369507"/>
                    <a:pt x="1080005" y="8372047"/>
                    <a:pt x="1172451" y="8372047"/>
                  </a:cubicBezTo>
                  <a:cubicBezTo>
                    <a:pt x="1306497" y="8372047"/>
                    <a:pt x="1440544" y="8370777"/>
                    <a:pt x="1574590" y="8372047"/>
                  </a:cubicBezTo>
                  <a:cubicBezTo>
                    <a:pt x="1773349" y="8373317"/>
                    <a:pt x="3955070" y="8363157"/>
                    <a:pt x="4158451" y="8365697"/>
                  </a:cubicBezTo>
                  <a:cubicBezTo>
                    <a:pt x="4246274" y="8366967"/>
                    <a:pt x="4334098" y="8368236"/>
                    <a:pt x="4417299" y="8368236"/>
                  </a:cubicBezTo>
                  <a:cubicBezTo>
                    <a:pt x="4569835" y="8370777"/>
                    <a:pt x="4717748" y="8366967"/>
                    <a:pt x="4870284" y="8370777"/>
                  </a:cubicBezTo>
                  <a:cubicBezTo>
                    <a:pt x="4995085" y="8373317"/>
                    <a:pt x="5119887" y="8373317"/>
                    <a:pt x="5244689" y="8375857"/>
                  </a:cubicBezTo>
                  <a:cubicBezTo>
                    <a:pt x="5429581" y="8379667"/>
                    <a:pt x="5614472" y="8382207"/>
                    <a:pt x="5799364" y="8383477"/>
                  </a:cubicBezTo>
                  <a:cubicBezTo>
                    <a:pt x="5868699" y="8383477"/>
                    <a:pt x="5893484" y="8382207"/>
                    <a:pt x="5913804" y="8382207"/>
                  </a:cubicBezTo>
                  <a:close/>
                </a:path>
              </a:pathLst>
            </a:custGeom>
            <a:solidFill>
              <a:srgbClr val="9D9990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44504" y="5551143"/>
            <a:ext cx="1169544" cy="36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1"/>
              </a:lnSpc>
            </a:pPr>
            <a:r>
              <a:rPr lang="en-US" sz="2979" spc="-98">
                <a:solidFill>
                  <a:srgbClr val="FFFBEB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KAT  2</a:t>
            </a:r>
          </a:p>
        </p:txBody>
      </p:sp>
      <p:grpSp>
        <p:nvGrpSpPr>
          <p:cNvPr name="Group 14" id="14"/>
          <p:cNvGrpSpPr/>
          <p:nvPr/>
        </p:nvGrpSpPr>
        <p:grpSpPr>
          <a:xfrm rot="5400000">
            <a:off x="1056675" y="6272952"/>
            <a:ext cx="945202" cy="1337935"/>
            <a:chOff x="0" y="0"/>
            <a:chExt cx="5935179" cy="840125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0160" y="16510"/>
              <a:ext cx="5912319" cy="8373317"/>
            </a:xfrm>
            <a:custGeom>
              <a:avLst/>
              <a:gdLst/>
              <a:ahLst/>
              <a:cxnLst/>
              <a:rect r="r" b="b" t="t" l="l"/>
              <a:pathLst>
                <a:path h="8373317" w="5912319">
                  <a:moveTo>
                    <a:pt x="5912319" y="8373317"/>
                  </a:moveTo>
                  <a:lnTo>
                    <a:pt x="0" y="8365697"/>
                  </a:lnTo>
                  <a:lnTo>
                    <a:pt x="0" y="2917312"/>
                  </a:lnTo>
                  <a:lnTo>
                    <a:pt x="17780" y="19050"/>
                  </a:lnTo>
                  <a:lnTo>
                    <a:pt x="2946280" y="0"/>
                  </a:lnTo>
                  <a:lnTo>
                    <a:pt x="5893269" y="5080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-215" y="0"/>
              <a:ext cx="5936664" cy="8399281"/>
            </a:xfrm>
            <a:custGeom>
              <a:avLst/>
              <a:gdLst/>
              <a:ahLst/>
              <a:cxnLst/>
              <a:rect r="r" b="b" t="t" l="l"/>
              <a:pathLst>
                <a:path h="8399281" w="5936664">
                  <a:moveTo>
                    <a:pt x="5903644" y="21590"/>
                  </a:moveTo>
                  <a:cubicBezTo>
                    <a:pt x="5904914" y="34290"/>
                    <a:pt x="5904914" y="44450"/>
                    <a:pt x="5906184" y="54610"/>
                  </a:cubicBezTo>
                  <a:cubicBezTo>
                    <a:pt x="5908724" y="192364"/>
                    <a:pt x="5909994" y="377776"/>
                    <a:pt x="5912534" y="556567"/>
                  </a:cubicBezTo>
                  <a:cubicBezTo>
                    <a:pt x="5912534" y="814820"/>
                    <a:pt x="5925234" y="5907046"/>
                    <a:pt x="5931584" y="6165299"/>
                  </a:cubicBezTo>
                  <a:cubicBezTo>
                    <a:pt x="5937934" y="6555990"/>
                    <a:pt x="5934124" y="6953303"/>
                    <a:pt x="5934124" y="7343994"/>
                  </a:cubicBezTo>
                  <a:cubicBezTo>
                    <a:pt x="5934124" y="7688331"/>
                    <a:pt x="5935394" y="8006181"/>
                    <a:pt x="5936664" y="8339027"/>
                  </a:cubicBezTo>
                  <a:cubicBezTo>
                    <a:pt x="5936664" y="8360617"/>
                    <a:pt x="5936664" y="8374586"/>
                    <a:pt x="5936664" y="8398717"/>
                  </a:cubicBezTo>
                  <a:cubicBezTo>
                    <a:pt x="5913804" y="8398717"/>
                    <a:pt x="5893484" y="8399986"/>
                    <a:pt x="5859454" y="8398717"/>
                  </a:cubicBezTo>
                  <a:cubicBezTo>
                    <a:pt x="5559005" y="8393636"/>
                    <a:pt x="5253933" y="8399986"/>
                    <a:pt x="4953485" y="8394907"/>
                  </a:cubicBezTo>
                  <a:cubicBezTo>
                    <a:pt x="4773215" y="8391097"/>
                    <a:pt x="4597568" y="8393636"/>
                    <a:pt x="4417299" y="8391097"/>
                  </a:cubicBezTo>
                  <a:cubicBezTo>
                    <a:pt x="4334098" y="8389827"/>
                    <a:pt x="4250897" y="8388557"/>
                    <a:pt x="4167695" y="8387286"/>
                  </a:cubicBezTo>
                  <a:cubicBezTo>
                    <a:pt x="4116850" y="8387286"/>
                    <a:pt x="4070627" y="8388557"/>
                    <a:pt x="4019782" y="8388557"/>
                  </a:cubicBezTo>
                  <a:cubicBezTo>
                    <a:pt x="3890358" y="8387286"/>
                    <a:pt x="3534441" y="8388557"/>
                    <a:pt x="3405017" y="8387286"/>
                  </a:cubicBezTo>
                  <a:cubicBezTo>
                    <a:pt x="3312571" y="8386017"/>
                    <a:pt x="1463655" y="8394907"/>
                    <a:pt x="1371209" y="8393636"/>
                  </a:cubicBezTo>
                  <a:cubicBezTo>
                    <a:pt x="1348098" y="8393636"/>
                    <a:pt x="1320364" y="8394907"/>
                    <a:pt x="1297253" y="8394907"/>
                  </a:cubicBezTo>
                  <a:cubicBezTo>
                    <a:pt x="1241785" y="8394907"/>
                    <a:pt x="1190940" y="8396177"/>
                    <a:pt x="1135472" y="8396177"/>
                  </a:cubicBezTo>
                  <a:cubicBezTo>
                    <a:pt x="996804" y="8396177"/>
                    <a:pt x="862757" y="8394907"/>
                    <a:pt x="724089" y="8393636"/>
                  </a:cubicBezTo>
                  <a:cubicBezTo>
                    <a:pt x="640887" y="8392367"/>
                    <a:pt x="557686" y="8391097"/>
                    <a:pt x="479107" y="8389827"/>
                  </a:cubicBezTo>
                  <a:cubicBezTo>
                    <a:pt x="331194" y="8388557"/>
                    <a:pt x="183280" y="8387286"/>
                    <a:pt x="44665" y="8387286"/>
                  </a:cubicBezTo>
                  <a:cubicBezTo>
                    <a:pt x="34505" y="8387286"/>
                    <a:pt x="25615" y="8387286"/>
                    <a:pt x="15455" y="8386017"/>
                  </a:cubicBezTo>
                  <a:cubicBezTo>
                    <a:pt x="6565" y="8384747"/>
                    <a:pt x="1485" y="8378397"/>
                    <a:pt x="4025" y="8369507"/>
                  </a:cubicBezTo>
                  <a:cubicBezTo>
                    <a:pt x="12915" y="8337276"/>
                    <a:pt x="9105" y="8171729"/>
                    <a:pt x="7835" y="7999560"/>
                  </a:cubicBezTo>
                  <a:cubicBezTo>
                    <a:pt x="6565" y="7648601"/>
                    <a:pt x="2755" y="7304262"/>
                    <a:pt x="4025" y="6953303"/>
                  </a:cubicBezTo>
                  <a:cubicBezTo>
                    <a:pt x="1485" y="6516259"/>
                    <a:pt x="-3595" y="1106183"/>
                    <a:pt x="4025" y="662517"/>
                  </a:cubicBezTo>
                  <a:cubicBezTo>
                    <a:pt x="5295" y="576432"/>
                    <a:pt x="4025" y="483726"/>
                    <a:pt x="5295" y="397642"/>
                  </a:cubicBezTo>
                  <a:cubicBezTo>
                    <a:pt x="6565" y="258582"/>
                    <a:pt x="9105" y="106279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7723" y="30480"/>
                    <a:pt x="141680" y="29210"/>
                  </a:cubicBezTo>
                  <a:cubicBezTo>
                    <a:pt x="266482" y="25400"/>
                    <a:pt x="391284" y="22860"/>
                    <a:pt x="520708" y="20320"/>
                  </a:cubicBezTo>
                  <a:cubicBezTo>
                    <a:pt x="608531" y="17780"/>
                    <a:pt x="696355" y="16510"/>
                    <a:pt x="779556" y="13970"/>
                  </a:cubicBezTo>
                  <a:cubicBezTo>
                    <a:pt x="862757" y="11430"/>
                    <a:pt x="950581" y="8890"/>
                    <a:pt x="1033782" y="8890"/>
                  </a:cubicBezTo>
                  <a:cubicBezTo>
                    <a:pt x="1126228" y="7620"/>
                    <a:pt x="1218674" y="10160"/>
                    <a:pt x="1311120" y="8890"/>
                  </a:cubicBezTo>
                  <a:cubicBezTo>
                    <a:pt x="1426677" y="8890"/>
                    <a:pt x="3520575" y="6350"/>
                    <a:pt x="3636132" y="5080"/>
                  </a:cubicBezTo>
                  <a:cubicBezTo>
                    <a:pt x="3747067" y="3810"/>
                    <a:pt x="3858002" y="2540"/>
                    <a:pt x="3973559" y="2540"/>
                  </a:cubicBezTo>
                  <a:cubicBezTo>
                    <a:pt x="4163073" y="1270"/>
                    <a:pt x="4347965" y="0"/>
                    <a:pt x="4537479" y="0"/>
                  </a:cubicBezTo>
                  <a:cubicBezTo>
                    <a:pt x="4616058" y="0"/>
                    <a:pt x="4699259" y="2540"/>
                    <a:pt x="4777838" y="2540"/>
                  </a:cubicBezTo>
                  <a:cubicBezTo>
                    <a:pt x="4995085" y="3810"/>
                    <a:pt x="5216955" y="5080"/>
                    <a:pt x="5434203" y="7620"/>
                  </a:cubicBezTo>
                  <a:cubicBezTo>
                    <a:pt x="5549760" y="8890"/>
                    <a:pt x="5665318" y="12700"/>
                    <a:pt x="5780875" y="16510"/>
                  </a:cubicBezTo>
                  <a:cubicBezTo>
                    <a:pt x="5808609" y="16510"/>
                    <a:pt x="5836342" y="16510"/>
                    <a:pt x="5859454" y="16510"/>
                  </a:cubicBezTo>
                  <a:cubicBezTo>
                    <a:pt x="5884594" y="17780"/>
                    <a:pt x="5893484" y="20320"/>
                    <a:pt x="5903644" y="21590"/>
                  </a:cubicBezTo>
                  <a:close/>
                  <a:moveTo>
                    <a:pt x="5913804" y="8382207"/>
                  </a:moveTo>
                  <a:cubicBezTo>
                    <a:pt x="5915075" y="8365697"/>
                    <a:pt x="5916344" y="8352997"/>
                    <a:pt x="5916344" y="8340297"/>
                  </a:cubicBezTo>
                  <a:cubicBezTo>
                    <a:pt x="5915075" y="7973072"/>
                    <a:pt x="5913804" y="7622113"/>
                    <a:pt x="5913804" y="7244666"/>
                  </a:cubicBezTo>
                  <a:cubicBezTo>
                    <a:pt x="5913804" y="7072497"/>
                    <a:pt x="5916344" y="6900328"/>
                    <a:pt x="5915075" y="6728159"/>
                  </a:cubicBezTo>
                  <a:cubicBezTo>
                    <a:pt x="5915075" y="6569234"/>
                    <a:pt x="5913804" y="6403687"/>
                    <a:pt x="5912534" y="6244762"/>
                  </a:cubicBezTo>
                  <a:cubicBezTo>
                    <a:pt x="5907454" y="5999752"/>
                    <a:pt x="5896025" y="927392"/>
                    <a:pt x="5896025" y="682383"/>
                  </a:cubicBezTo>
                  <a:cubicBezTo>
                    <a:pt x="5893484" y="477104"/>
                    <a:pt x="5890944" y="265204"/>
                    <a:pt x="5888404" y="63500"/>
                  </a:cubicBezTo>
                  <a:cubicBezTo>
                    <a:pt x="5887134" y="44450"/>
                    <a:pt x="5885864" y="43180"/>
                    <a:pt x="5845587" y="41910"/>
                  </a:cubicBezTo>
                  <a:cubicBezTo>
                    <a:pt x="5831720" y="41910"/>
                    <a:pt x="5822476" y="41910"/>
                    <a:pt x="5808609" y="40640"/>
                  </a:cubicBezTo>
                  <a:cubicBezTo>
                    <a:pt x="5693052" y="36830"/>
                    <a:pt x="5572872" y="31750"/>
                    <a:pt x="5457314" y="30480"/>
                  </a:cubicBezTo>
                  <a:cubicBezTo>
                    <a:pt x="5175355" y="26670"/>
                    <a:pt x="4888773" y="25400"/>
                    <a:pt x="4606813" y="22860"/>
                  </a:cubicBezTo>
                  <a:cubicBezTo>
                    <a:pt x="4565213" y="22860"/>
                    <a:pt x="4518990" y="22860"/>
                    <a:pt x="4477389" y="22860"/>
                  </a:cubicBezTo>
                  <a:cubicBezTo>
                    <a:pt x="4408054" y="22860"/>
                    <a:pt x="4338720" y="22860"/>
                    <a:pt x="4274008" y="22860"/>
                  </a:cubicBezTo>
                  <a:cubicBezTo>
                    <a:pt x="4126095" y="22860"/>
                    <a:pt x="3978181" y="22860"/>
                    <a:pt x="3834891" y="24130"/>
                  </a:cubicBezTo>
                  <a:cubicBezTo>
                    <a:pt x="3710089" y="25400"/>
                    <a:pt x="1606946" y="29210"/>
                    <a:pt x="1482144" y="29210"/>
                  </a:cubicBezTo>
                  <a:cubicBezTo>
                    <a:pt x="1278764" y="29210"/>
                    <a:pt x="1075383" y="26670"/>
                    <a:pt x="872002" y="33020"/>
                  </a:cubicBezTo>
                  <a:cubicBezTo>
                    <a:pt x="765689" y="36830"/>
                    <a:pt x="663999" y="36830"/>
                    <a:pt x="562308" y="38100"/>
                  </a:cubicBezTo>
                  <a:cubicBezTo>
                    <a:pt x="386661" y="41910"/>
                    <a:pt x="211014" y="45720"/>
                    <a:pt x="45935" y="50800"/>
                  </a:cubicBezTo>
                  <a:cubicBezTo>
                    <a:pt x="33235" y="50800"/>
                    <a:pt x="30695" y="53340"/>
                    <a:pt x="29425" y="86413"/>
                  </a:cubicBezTo>
                  <a:cubicBezTo>
                    <a:pt x="28155" y="205607"/>
                    <a:pt x="28155" y="324801"/>
                    <a:pt x="26885" y="443995"/>
                  </a:cubicBezTo>
                  <a:cubicBezTo>
                    <a:pt x="25615" y="642651"/>
                    <a:pt x="23075" y="834686"/>
                    <a:pt x="21805" y="1033342"/>
                  </a:cubicBezTo>
                  <a:cubicBezTo>
                    <a:pt x="16725" y="1245242"/>
                    <a:pt x="23075" y="6423552"/>
                    <a:pt x="25615" y="6635452"/>
                  </a:cubicBezTo>
                  <a:cubicBezTo>
                    <a:pt x="25615" y="6860597"/>
                    <a:pt x="25615" y="7092362"/>
                    <a:pt x="26885" y="7317506"/>
                  </a:cubicBezTo>
                  <a:cubicBezTo>
                    <a:pt x="26885" y="7483053"/>
                    <a:pt x="29425" y="7648601"/>
                    <a:pt x="29425" y="7814147"/>
                  </a:cubicBezTo>
                  <a:cubicBezTo>
                    <a:pt x="29425" y="7992938"/>
                    <a:pt x="29425" y="8171729"/>
                    <a:pt x="28155" y="8340297"/>
                  </a:cubicBezTo>
                  <a:cubicBezTo>
                    <a:pt x="28155" y="8344107"/>
                    <a:pt x="28155" y="8346647"/>
                    <a:pt x="28155" y="8350457"/>
                  </a:cubicBezTo>
                  <a:cubicBezTo>
                    <a:pt x="28155" y="8360617"/>
                    <a:pt x="31965" y="8364427"/>
                    <a:pt x="40855" y="8364427"/>
                  </a:cubicBezTo>
                  <a:cubicBezTo>
                    <a:pt x="76968" y="8364427"/>
                    <a:pt x="141680" y="8365697"/>
                    <a:pt x="201770" y="8365697"/>
                  </a:cubicBezTo>
                  <a:cubicBezTo>
                    <a:pt x="289593" y="8365697"/>
                    <a:pt x="382039" y="8363157"/>
                    <a:pt x="469863" y="8365697"/>
                  </a:cubicBezTo>
                  <a:cubicBezTo>
                    <a:pt x="613154" y="8369507"/>
                    <a:pt x="756445" y="8372047"/>
                    <a:pt x="899736" y="8370777"/>
                  </a:cubicBezTo>
                  <a:cubicBezTo>
                    <a:pt x="992181" y="8369507"/>
                    <a:pt x="1080005" y="8372047"/>
                    <a:pt x="1172451" y="8372047"/>
                  </a:cubicBezTo>
                  <a:cubicBezTo>
                    <a:pt x="1306497" y="8372047"/>
                    <a:pt x="1440544" y="8370777"/>
                    <a:pt x="1574590" y="8372047"/>
                  </a:cubicBezTo>
                  <a:cubicBezTo>
                    <a:pt x="1773349" y="8373317"/>
                    <a:pt x="3955070" y="8363157"/>
                    <a:pt x="4158451" y="8365697"/>
                  </a:cubicBezTo>
                  <a:cubicBezTo>
                    <a:pt x="4246274" y="8366967"/>
                    <a:pt x="4334098" y="8368236"/>
                    <a:pt x="4417299" y="8368236"/>
                  </a:cubicBezTo>
                  <a:cubicBezTo>
                    <a:pt x="4569835" y="8370777"/>
                    <a:pt x="4717748" y="8366967"/>
                    <a:pt x="4870284" y="8370777"/>
                  </a:cubicBezTo>
                  <a:cubicBezTo>
                    <a:pt x="4995085" y="8373317"/>
                    <a:pt x="5119887" y="8373317"/>
                    <a:pt x="5244689" y="8375857"/>
                  </a:cubicBezTo>
                  <a:cubicBezTo>
                    <a:pt x="5429581" y="8379667"/>
                    <a:pt x="5614472" y="8382207"/>
                    <a:pt x="5799364" y="8383477"/>
                  </a:cubicBezTo>
                  <a:cubicBezTo>
                    <a:pt x="5868699" y="8383477"/>
                    <a:pt x="5893484" y="8382207"/>
                    <a:pt x="5913804" y="8382207"/>
                  </a:cubicBezTo>
                  <a:close/>
                </a:path>
              </a:pathLst>
            </a:custGeom>
            <a:solidFill>
              <a:srgbClr val="9D9990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02407" y="6801145"/>
            <a:ext cx="1253739" cy="36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1"/>
              </a:lnSpc>
            </a:pPr>
            <a:r>
              <a:rPr lang="en-US" sz="2979" spc="-98">
                <a:solidFill>
                  <a:srgbClr val="FFFBEB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KAT  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64098" y="6402644"/>
            <a:ext cx="14795202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spc="-99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Asıl dosyalar: Alt çekmece açıldığında, hasta numarasına göre sıralanmış gerçek dosyalar yer alır. Bunlar B-Tree'nin yaprak düğümleridir. Dosya burada bulunur.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02407" y="7869494"/>
            <a:ext cx="16398991" cy="1142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59"/>
              </a:lnSpc>
              <a:spcBef>
                <a:spcPct val="0"/>
              </a:spcBef>
            </a:pPr>
            <a:r>
              <a:rPr lang="en-US" sz="3256" spc="-107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Yüz</a:t>
            </a:r>
            <a:r>
              <a:rPr lang="en-US" sz="3256" spc="-107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 binlerce hasta kaydı arasında herhangi birini bulmak için yalnızca 3 adım yeterlidir: katta yer belirleme, çekmece seçimi, dosya alma. İşte B-Tree tam olarak budur.</a:t>
            </a:r>
          </a:p>
        </p:txBody>
      </p:sp>
    </p:spTree>
  </p:cSld>
  <p:clrMapOvr>
    <a:masterClrMapping/>
  </p:clrMapOvr>
  <p:transition spd="fast">
    <p:push dir="l"/>
  </p:transition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28725"/>
            <a:ext cx="15131637" cy="880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1"/>
              </a:lnSpc>
            </a:pPr>
            <a:r>
              <a:rPr lang="en-US" sz="7113" spc="-234">
                <a:solidFill>
                  <a:srgbClr val="38B6FF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Neden Modern Sistemlerde Tercih Edilir?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374100"/>
            <a:ext cx="16230600" cy="284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83"/>
              </a:lnSpc>
              <a:spcBef>
                <a:spcPct val="0"/>
              </a:spcBef>
            </a:pPr>
            <a:r>
              <a:rPr lang="en-US" sz="4273" spc="-141">
                <a:solidFill>
                  <a:srgbClr val="CE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1. Disk I/O Minimizasyonu</a:t>
            </a:r>
          </a:p>
          <a:p>
            <a:pPr algn="just">
              <a:lnSpc>
                <a:spcPts val="4163"/>
              </a:lnSpc>
              <a:spcBef>
                <a:spcPct val="0"/>
              </a:spcBef>
            </a:pPr>
            <a:r>
              <a:rPr lang="en-US" sz="2973" spc="-98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Modern CPU ile disk arasındaki erişim süresi farkı, milyonlarca kat büyüklüğündedir. Bir CPU bellek işlemi nanosaniyeler içinde tamamlanırken, bir SSD erişimi mikrosaniyeler, mekanik disk erişimi ise milisaniyeler sürer. B-Tree, yüksek dal faktörü sayesinde ağaç yüksekliğini logaritmik olarak minimumda tutar. Milyar kayıtlık bir tabloda bile yalnızca 3–4 disk okuma ile herhangi bir satıra erişilebilir.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472928"/>
            <a:ext cx="16459415" cy="3084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19"/>
              </a:lnSpc>
              <a:spcBef>
                <a:spcPct val="0"/>
              </a:spcBef>
            </a:pPr>
            <a:r>
              <a:rPr lang="en-US" sz="4299" spc="-141">
                <a:solidFill>
                  <a:srgbClr val="CE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2. Sıralı Erişim ve Önbellekleme</a:t>
            </a: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 spc="-108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B+ Tree'nin yaprak listesi, sıralı veri okumaya olanak tanır. Bu, işletim sistemi ve donanım önbelleğiyle mükemmel uyum içindedir: önbellek satırları (cache line) ve prefetching mekanizmaları, ardışık bellek/disk blokları üzerinde son derece etkin çalışır. B+ Tree'nin yaprak listesi üzerinde sıralı tarama, tam da bu optimizasyondan yararlanır.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437284"/>
            <a:ext cx="16230600" cy="7326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sz="4500" spc="-148">
                <a:solidFill>
                  <a:srgbClr val="CE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3. Dinamik Dengeleme</a:t>
            </a:r>
          </a:p>
          <a:p>
            <a:pPr algn="just">
              <a:lnSpc>
                <a:spcPts val="5031"/>
              </a:lnSpc>
              <a:spcBef>
                <a:spcPct val="0"/>
              </a:spcBef>
            </a:pPr>
            <a:r>
              <a:rPr lang="en-US" sz="3593" spc="-118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Yeni veri eklendiğinde veya silindiğinde B-Tree kendini yeniden dengeler; bu işlem sırasında ağaç yeniden inşa edilmez, yalnızca etkilenen dallar yeniden düzenlenir. Bu özellik, hem yazma hem de okuma performansının tahmin edilebilir kalmasını sağlar; yani veri tabanı zamanla yavaşlamaz.</a:t>
            </a:r>
          </a:p>
          <a:p>
            <a:pPr algn="just">
              <a:lnSpc>
                <a:spcPts val="5031"/>
              </a:lnSpc>
              <a:spcBef>
                <a:spcPct val="0"/>
              </a:spcBef>
            </a:pPr>
          </a:p>
          <a:p>
            <a:pPr algn="just">
              <a:lnSpc>
                <a:spcPts val="6299"/>
              </a:lnSpc>
              <a:spcBef>
                <a:spcPct val="0"/>
              </a:spcBef>
            </a:pPr>
            <a:r>
              <a:rPr lang="en-US" sz="4500" spc="-148">
                <a:solidFill>
                  <a:srgbClr val="CE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4. ACID ve Kilitleme Uyumu</a:t>
            </a:r>
          </a:p>
          <a:p>
            <a:pPr algn="just">
              <a:lnSpc>
                <a:spcPts val="5031"/>
              </a:lnSpc>
              <a:spcBef>
                <a:spcPct val="0"/>
              </a:spcBef>
            </a:pPr>
            <a:r>
              <a:rPr lang="en-US" sz="3593" spc="-118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İlişkisel veri tabanlarının ACID garantilerini sağlayabilmesi için indeks yapılarının kilitlenebilir olması gerekir. B-Tree düğümleri, sayfa düzeyinde kilitlemeye doğal olarak uygundur. Bu, eş zamanlı binlerce işlemin aynı anda veri tabanına erişebildiği ortamlarda kritik öneme sahiptir.</a:t>
            </a:r>
          </a:p>
        </p:txBody>
      </p:sp>
    </p:spTree>
  </p:cSld>
  <p:clrMapOvr>
    <a:masterClrMapping/>
  </p:clrMapOvr>
  <p:transition spd="fast">
    <p:push dir="l"/>
  </p:transition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81078"/>
            <a:ext cx="15131637" cy="72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0"/>
              </a:lnSpc>
            </a:pPr>
            <a:r>
              <a:rPr lang="en-US" sz="5900" spc="-194">
                <a:solidFill>
                  <a:srgbClr val="0CC0DF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 Bu</a:t>
            </a:r>
            <a:r>
              <a:rPr lang="en-US" sz="5900" spc="-194">
                <a:solidFill>
                  <a:srgbClr val="0CC0DF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 veri yapıları neden önemlidir?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136352"/>
            <a:ext cx="17259300" cy="72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0"/>
              </a:lnSpc>
            </a:pPr>
            <a:r>
              <a:rPr lang="en-US" sz="5900" spc="-194">
                <a:solidFill>
                  <a:srgbClr val="0CC0DF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Büyük</a:t>
            </a:r>
            <a:r>
              <a:rPr lang="en-US" sz="5900" spc="-194">
                <a:solidFill>
                  <a:srgbClr val="0CC0DF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 veri çağında neden ihtiyaç duyulmaktadır?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7398662"/>
            <a:ext cx="16240808" cy="72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0"/>
              </a:lnSpc>
            </a:pPr>
            <a:r>
              <a:rPr lang="en-US" sz="5900" spc="-194">
                <a:solidFill>
                  <a:srgbClr val="0CC0DF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Sizce gelec</a:t>
            </a:r>
            <a:r>
              <a:rPr lang="en-US" sz="5900" spc="-194">
                <a:solidFill>
                  <a:srgbClr val="0CC0DF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ekte de kullanılmaya devam edecek midir?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04900" y="1934493"/>
            <a:ext cx="16078200" cy="172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 spc="-108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Bu veri yapıları sayesinde çok hızlı bir şekilde istenilen verilere ulaşabiliyor ve gruplandırabiliyoruz. Günümüzde oluşan veri artımı yüzünden işlemlerin yapılmasının kısa sürmesi ve doğru sonuca ulaşılabilmesi için önemli.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04900" y="4789767"/>
            <a:ext cx="16078200" cy="2306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300" spc="-108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Daha önce bahsettiğimiz gibi bu yapılan işlemlerin daha hızlı bir şekilde yapılmasını sağlıyor. Daha </a:t>
            </a: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 spc="-108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hızlı işlem yapıldıkça daha fazla işlem yapılabilir hale geliyor bu sayede bu kadar artan veriyi etkin bir şekilde kullanabilmemizi sağlıyor. Ne kadar çok veriyi etkin bir şekilde kullanabilirsek o kadar fazla yeni bilgi çıkarımları yapabilmemizi sağlıyor.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4900" y="8052077"/>
            <a:ext cx="1607820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sz="3300" spc="-108">
                <a:solidFill>
                  <a:srgbClr val="000000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bence evet ama aynı zamanda sürekli gelişen bir dünyada yaşadığımız için özellikle yazılım dünyası çok daha hızlı bir şekilde geliştiğinden dolayı yeni veri yapıları bulunursa değişme olasılığı da var.</a:t>
            </a:r>
          </a:p>
        </p:txBody>
      </p:sp>
    </p:spTree>
  </p:cSld>
  <p:clrMapOvr>
    <a:masterClrMapping/>
  </p:clrMapOvr>
  <p:transition spd="fast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DAHKGmjn9is</dc:identifier>
  <dcterms:modified xsi:type="dcterms:W3CDTF">2011-08-01T06:04:30Z</dcterms:modified>
  <cp:revision>1</cp:revision>
  <dc:title>b ve b+ ağaçları</dc:title>
</cp:coreProperties>
</file>